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343"/>
    <a:srgbClr val="F9E7E3"/>
    <a:srgbClr val="FFEED9"/>
    <a:srgbClr val="DEF2FE"/>
    <a:srgbClr val="FFFF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40CE65-B117-4B28-98C7-3A7150DBF0C9}">
  <a:tblStyle styleId="{A840CE65-B117-4B28-98C7-3A7150DBF0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f7eed58c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f7eed58c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f7eed58cc0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f7eed58cc0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7eed58cc0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7eed58cc0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7eed58cc0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7eed58cc0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877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7eed58cc0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f7eed58cc0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7eed58cc0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7eed58cc0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f7eed58cc0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f7eed58cc0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7eed58cc0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7eed58cc0_1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7eed58cc0_1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f7eed58cc0_1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19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528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018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380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538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433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698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8122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5379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060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414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269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757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931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7eed58cc0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7eed58cc0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186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1075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FFFFFF"/>
                </a:solidFill>
              </a:rPr>
              <a:t>Flow Chart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065900" y="1520494"/>
            <a:ext cx="493688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People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065900" y="3469938"/>
            <a:ext cx="478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/>
              <a:t>Team </a:t>
            </a:r>
            <a:r>
              <a:rPr lang="en-US" altLang="ko" sz="2400" dirty="0"/>
              <a:t>Code People</a:t>
            </a:r>
            <a:endParaRPr sz="2400" dirty="0"/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791B1B53-C763-494E-808C-FC9EDFD6D07A}"/>
              </a:ext>
            </a:extLst>
          </p:cNvPr>
          <p:cNvSpPr txBox="1"/>
          <p:nvPr/>
        </p:nvSpPr>
        <p:spPr>
          <a:xfrm>
            <a:off x="2180700" y="2464446"/>
            <a:ext cx="4782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Business Social Networking Platform</a:t>
            </a:r>
            <a:endParaRPr sz="1800" b="1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220428F1-0155-4653-B5CF-E17E4EC6F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614923"/>
              </p:ext>
            </p:extLst>
          </p:nvPr>
        </p:nvGraphicFramePr>
        <p:xfrm>
          <a:off x="7002780" y="3289300"/>
          <a:ext cx="2926080" cy="1854200"/>
        </p:xfrm>
        <a:graphic>
          <a:graphicData uri="http://schemas.openxmlformats.org/drawingml/2006/table">
            <a:tbl>
              <a:tblPr firstRow="1" bandRow="1">
                <a:tableStyleId>{A840CE65-B117-4B28-98C7-3A7150DBF0C9}</a:tableStyleId>
              </a:tblPr>
              <a:tblGrid>
                <a:gridCol w="446227">
                  <a:extLst>
                    <a:ext uri="{9D8B030D-6E8A-4147-A177-3AD203B41FA5}">
                      <a16:colId xmlns:a16="http://schemas.microsoft.com/office/drawing/2014/main" val="4067884593"/>
                    </a:ext>
                  </a:extLst>
                </a:gridCol>
                <a:gridCol w="2479853">
                  <a:extLst>
                    <a:ext uri="{9D8B030D-6E8A-4147-A177-3AD203B41FA5}">
                      <a16:colId xmlns:a16="http://schemas.microsoft.com/office/drawing/2014/main" val="2971665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PL</a:t>
                      </a:r>
                      <a:endParaRPr lang="ko-KR" altLang="en-US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" sz="1400" dirty="0"/>
                        <a:t>Lee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 err="1"/>
                        <a:t>Khwanghyo</a:t>
                      </a:r>
                      <a:endParaRPr lang="ko-KR" altLang="en-US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4013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DA</a:t>
                      </a:r>
                      <a:endParaRPr lang="ko-KR" altLang="en-US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Ma </a:t>
                      </a:r>
                      <a:r>
                        <a:rPr lang="en-US" altLang="ko-KR" sz="1400" dirty="0" err="1"/>
                        <a:t>Changsu</a:t>
                      </a:r>
                      <a:endParaRPr lang="ko-KR" altLang="en-US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717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TA</a:t>
                      </a:r>
                      <a:endParaRPr lang="ko-KR" altLang="en-US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Kim </a:t>
                      </a:r>
                      <a:r>
                        <a:rPr lang="en-US" altLang="ko-KR" sz="1400" dirty="0" err="1"/>
                        <a:t>JinHyuk</a:t>
                      </a:r>
                      <a:endParaRPr lang="ko-KR" altLang="en-US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732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UA</a:t>
                      </a:r>
                      <a:endParaRPr lang="ko-KR" altLang="en-US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Leem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Naree</a:t>
                      </a:r>
                      <a:r>
                        <a:rPr lang="en-US" altLang="ko-KR" sz="1400" dirty="0"/>
                        <a:t> </a:t>
                      </a:r>
                      <a:endParaRPr lang="ko-KR" altLang="en-US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56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AA</a:t>
                      </a:r>
                      <a:endParaRPr lang="ko-KR" altLang="en-US" b="1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Yang </a:t>
                      </a:r>
                      <a:r>
                        <a:rPr lang="en-US" altLang="ko-KR" sz="1400" dirty="0" err="1"/>
                        <a:t>Kiwook</a:t>
                      </a:r>
                      <a:endParaRPr lang="ko-KR" altLang="en-US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4537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INDEX</a:t>
            </a:r>
            <a:endParaRPr sz="1520">
              <a:solidFill>
                <a:schemeClr val="lt1"/>
              </a:solidFill>
            </a:endParaRPr>
          </a:p>
        </p:txBody>
      </p:sp>
      <p:graphicFrame>
        <p:nvGraphicFramePr>
          <p:cNvPr id="62" name="Google Shape;62;p14"/>
          <p:cNvGraphicFramePr/>
          <p:nvPr>
            <p:extLst>
              <p:ext uri="{D42A27DB-BD31-4B8C-83A1-F6EECF244321}">
                <p14:modId xmlns:p14="http://schemas.microsoft.com/office/powerpoint/2010/main" val="2210224162"/>
              </p:ext>
            </p:extLst>
          </p:nvPr>
        </p:nvGraphicFramePr>
        <p:xfrm>
          <a:off x="417813" y="734100"/>
          <a:ext cx="8308375" cy="3565890"/>
        </p:xfrm>
        <a:graphic>
          <a:graphicData uri="http://schemas.openxmlformats.org/drawingml/2006/table">
            <a:tbl>
              <a:tblPr>
                <a:noFill/>
                <a:tableStyleId>{A840CE65-B117-4B28-98C7-3A7150DBF0C9}</a:tableStyleId>
              </a:tblPr>
              <a:tblGrid>
                <a:gridCol w="166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025"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문서개정이력표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문서명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프로세스 흐름도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버전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날짜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내용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승인자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21.10.12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FFFF"/>
                          </a:solidFill>
                        </a:rPr>
                        <a:t>초안 작성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마창수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이광효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21.10.13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내용 수정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마창수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이광효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21.10.13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최종 작성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마창수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dirty="0">
                          <a:solidFill>
                            <a:srgbClr val="FFFFFF"/>
                          </a:solidFill>
                        </a:rPr>
                        <a:t>이광효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altLang="ko" sz="1520">
                <a:solidFill>
                  <a:schemeClr val="lt1"/>
                </a:solidFill>
              </a:rPr>
              <a:t>PROCESS </a:t>
            </a:r>
            <a:endParaRPr lang="en-US" sz="1520" dirty="0"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1732739" y="333012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ID 찾기 선택	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732739" y="4192345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비밀번호 찾기 선택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225697" y="334135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이름/휴대전화 번호 입력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965503" y="333012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해당 ID 정보 팝업창 출력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239927" y="4197355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ID/휴대전화 번호 입력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997892" y="4192345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dirty="0"/>
              <a:t>해당 PW </a:t>
            </a:r>
            <a:endParaRPr lang="en-US" altLang="ko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dirty="0"/>
              <a:t>이메일로 전송</a:t>
            </a:r>
            <a:endParaRPr sz="1300" dirty="0"/>
          </a:p>
        </p:txBody>
      </p:sp>
      <p:sp>
        <p:nvSpPr>
          <p:cNvPr id="74" name="Google Shape;74;p15"/>
          <p:cNvSpPr/>
          <p:nvPr/>
        </p:nvSpPr>
        <p:spPr>
          <a:xfrm>
            <a:off x="3481963" y="4197355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PW 찾기 화면 출력</a:t>
            </a:r>
            <a:endParaRPr dirty="0"/>
          </a:p>
        </p:txBody>
      </p:sp>
      <p:sp>
        <p:nvSpPr>
          <p:cNvPr id="75" name="Google Shape;75;p15"/>
          <p:cNvSpPr/>
          <p:nvPr/>
        </p:nvSpPr>
        <p:spPr>
          <a:xfrm>
            <a:off x="3481963" y="333625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ID 찾기 화면 출력</a:t>
            </a:r>
            <a:endParaRPr dirty="0"/>
          </a:p>
        </p:txBody>
      </p:sp>
      <p:sp>
        <p:nvSpPr>
          <p:cNvPr id="76" name="Google Shape;76;p15"/>
          <p:cNvSpPr/>
          <p:nvPr/>
        </p:nvSpPr>
        <p:spPr>
          <a:xfrm>
            <a:off x="557925" y="1874313"/>
            <a:ext cx="1348326" cy="588924"/>
          </a:xfrm>
          <a:prstGeom prst="flowChartTerminator">
            <a:avLst/>
          </a:prstGeom>
          <a:solidFill>
            <a:srgbClr val="EEEEE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 화면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2492650" y="137843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ID/PW 입력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706300" y="187431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904450" y="187431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메인 화면 출력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2492650" y="2277288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외부 로그인 API 활용</a:t>
            </a:r>
            <a:endParaRPr dirty="0"/>
          </a:p>
        </p:txBody>
      </p:sp>
      <p:sp>
        <p:nvSpPr>
          <p:cNvPr id="81" name="Google Shape;81;p15"/>
          <p:cNvSpPr/>
          <p:nvPr/>
        </p:nvSpPr>
        <p:spPr>
          <a:xfrm>
            <a:off x="4156126" y="851887"/>
            <a:ext cx="1146900" cy="712500"/>
          </a:xfrm>
          <a:prstGeom prst="wedgeRectCallout">
            <a:avLst>
              <a:gd name="adj1" fmla="val -44822"/>
              <a:gd name="adj2" fmla="val 9559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ID/PW 오류 시 경고창 출력</a:t>
            </a:r>
            <a:endParaRPr dirty="0"/>
          </a:p>
        </p:txBody>
      </p:sp>
      <p:sp>
        <p:nvSpPr>
          <p:cNvPr id="82" name="Google Shape;82;p15"/>
          <p:cNvSpPr/>
          <p:nvPr/>
        </p:nvSpPr>
        <p:spPr>
          <a:xfrm>
            <a:off x="6054625" y="91054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5회 이상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불일치 시 캡챠 API 출력</a:t>
            </a:r>
            <a:endParaRPr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A57C102-4D87-44DB-93CE-94E9B0EF455D}"/>
              </a:ext>
            </a:extLst>
          </p:cNvPr>
          <p:cNvCxnSpPr>
            <a:stCxn id="77" idx="1"/>
          </p:cNvCxnSpPr>
          <p:nvPr/>
        </p:nvCxnSpPr>
        <p:spPr>
          <a:xfrm flipH="1">
            <a:off x="2215918" y="1672900"/>
            <a:ext cx="2767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C0E0AA5-DDC1-4515-8BA5-DE69AF0DC0DC}"/>
              </a:ext>
            </a:extLst>
          </p:cNvPr>
          <p:cNvCxnSpPr/>
          <p:nvPr/>
        </p:nvCxnSpPr>
        <p:spPr>
          <a:xfrm>
            <a:off x="2215918" y="1672900"/>
            <a:ext cx="0" cy="898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5B920AE-D24B-4DCE-9F1A-7D8650D407A6}"/>
              </a:ext>
            </a:extLst>
          </p:cNvPr>
          <p:cNvCxnSpPr>
            <a:stCxn id="80" idx="1"/>
          </p:cNvCxnSpPr>
          <p:nvPr/>
        </p:nvCxnSpPr>
        <p:spPr>
          <a:xfrm flipH="1">
            <a:off x="2215918" y="2571750"/>
            <a:ext cx="2767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FBF3F36-7A70-4FDE-AF43-C82943F7F659}"/>
              </a:ext>
            </a:extLst>
          </p:cNvPr>
          <p:cNvCxnSpPr>
            <a:stCxn id="76" idx="3"/>
          </p:cNvCxnSpPr>
          <p:nvPr/>
        </p:nvCxnSpPr>
        <p:spPr>
          <a:xfrm>
            <a:off x="1906251" y="2168775"/>
            <a:ext cx="3096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022014-31B2-43E5-91E0-8215ADEA8A24}"/>
              </a:ext>
            </a:extLst>
          </p:cNvPr>
          <p:cNvCxnSpPr>
            <a:stCxn id="77" idx="3"/>
            <a:endCxn id="78" idx="1"/>
          </p:cNvCxnSpPr>
          <p:nvPr/>
        </p:nvCxnSpPr>
        <p:spPr>
          <a:xfrm>
            <a:off x="3840976" y="1672900"/>
            <a:ext cx="865324" cy="49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76684A9-4522-434A-9A5D-F08862D99135}"/>
              </a:ext>
            </a:extLst>
          </p:cNvPr>
          <p:cNvCxnSpPr>
            <a:stCxn id="80" idx="3"/>
            <a:endCxn id="78" idx="1"/>
          </p:cNvCxnSpPr>
          <p:nvPr/>
        </p:nvCxnSpPr>
        <p:spPr>
          <a:xfrm flipV="1">
            <a:off x="3840976" y="2168775"/>
            <a:ext cx="865324" cy="40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F64C5E3-F5CF-4334-B323-7296EA0E3807}"/>
              </a:ext>
            </a:extLst>
          </p:cNvPr>
          <p:cNvCxnSpPr>
            <a:stCxn id="81" idx="3"/>
            <a:endCxn id="82" idx="1"/>
          </p:cNvCxnSpPr>
          <p:nvPr/>
        </p:nvCxnSpPr>
        <p:spPr>
          <a:xfrm flipV="1">
            <a:off x="5303026" y="1205011"/>
            <a:ext cx="751599" cy="3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C38B00B-A185-4644-8D41-21BB147BFBFE}"/>
              </a:ext>
            </a:extLst>
          </p:cNvPr>
          <p:cNvCxnSpPr>
            <a:stCxn id="78" idx="3"/>
            <a:endCxn id="79" idx="1"/>
          </p:cNvCxnSpPr>
          <p:nvPr/>
        </p:nvCxnSpPr>
        <p:spPr>
          <a:xfrm>
            <a:off x="6054626" y="2168775"/>
            <a:ext cx="849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6764CB2-50A9-4635-B11A-37476B2D0551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1232088" y="2463237"/>
            <a:ext cx="0" cy="2023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9F30E67-3E63-419A-A63B-A6941FD76232}"/>
              </a:ext>
            </a:extLst>
          </p:cNvPr>
          <p:cNvCxnSpPr>
            <a:stCxn id="68" idx="1"/>
          </p:cNvCxnSpPr>
          <p:nvPr/>
        </p:nvCxnSpPr>
        <p:spPr>
          <a:xfrm flipH="1">
            <a:off x="1232088" y="3624588"/>
            <a:ext cx="500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8133AF0-0FD5-4A3D-9827-B5E232960FEA}"/>
              </a:ext>
            </a:extLst>
          </p:cNvPr>
          <p:cNvCxnSpPr>
            <a:stCxn id="69" idx="1"/>
          </p:cNvCxnSpPr>
          <p:nvPr/>
        </p:nvCxnSpPr>
        <p:spPr>
          <a:xfrm flipH="1">
            <a:off x="1232088" y="4486807"/>
            <a:ext cx="5006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E02DDB2-95E1-4C83-BA21-36FB6F6741AF}"/>
              </a:ext>
            </a:extLst>
          </p:cNvPr>
          <p:cNvCxnSpPr>
            <a:stCxn id="68" idx="3"/>
            <a:endCxn id="75" idx="1"/>
          </p:cNvCxnSpPr>
          <p:nvPr/>
        </p:nvCxnSpPr>
        <p:spPr>
          <a:xfrm>
            <a:off x="3081065" y="3624588"/>
            <a:ext cx="400898" cy="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7012FA9-22E8-437A-B55A-951C1498184A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3081065" y="4486807"/>
            <a:ext cx="400898" cy="5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863535C-50E7-4193-B6BC-D1797C8B2219}"/>
              </a:ext>
            </a:extLst>
          </p:cNvPr>
          <p:cNvCxnSpPr>
            <a:stCxn id="75" idx="3"/>
            <a:endCxn id="70" idx="1"/>
          </p:cNvCxnSpPr>
          <p:nvPr/>
        </p:nvCxnSpPr>
        <p:spPr>
          <a:xfrm>
            <a:off x="4830289" y="3630715"/>
            <a:ext cx="395408" cy="5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5FD508D-852D-498B-8836-FDE177F00F6C}"/>
              </a:ext>
            </a:extLst>
          </p:cNvPr>
          <p:cNvCxnSpPr>
            <a:stCxn id="74" idx="3"/>
            <a:endCxn id="72" idx="1"/>
          </p:cNvCxnSpPr>
          <p:nvPr/>
        </p:nvCxnSpPr>
        <p:spPr>
          <a:xfrm>
            <a:off x="4830289" y="4491817"/>
            <a:ext cx="4096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C9EB0734-D17C-4849-9E0F-5A9D924F1A7D}"/>
              </a:ext>
            </a:extLst>
          </p:cNvPr>
          <p:cNvCxnSpPr>
            <a:stCxn id="70" idx="3"/>
            <a:endCxn id="71" idx="1"/>
          </p:cNvCxnSpPr>
          <p:nvPr/>
        </p:nvCxnSpPr>
        <p:spPr>
          <a:xfrm flipV="1">
            <a:off x="6574023" y="3624588"/>
            <a:ext cx="391480" cy="11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154D7514-B103-4259-8C24-F9F268C25B32}"/>
              </a:ext>
            </a:extLst>
          </p:cNvPr>
          <p:cNvCxnSpPr>
            <a:stCxn id="72" idx="3"/>
            <a:endCxn id="73" idx="1"/>
          </p:cNvCxnSpPr>
          <p:nvPr/>
        </p:nvCxnSpPr>
        <p:spPr>
          <a:xfrm flipV="1">
            <a:off x="6588253" y="4486807"/>
            <a:ext cx="409639" cy="5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76;p15">
            <a:extLst>
              <a:ext uri="{FF2B5EF4-FFF2-40B4-BE49-F238E27FC236}">
                <a16:creationId xmlns:a16="http://schemas.microsoft.com/office/drawing/2014/main" id="{41294E66-3016-4FA8-AF2B-4986A0D1AB5F}"/>
              </a:ext>
            </a:extLst>
          </p:cNvPr>
          <p:cNvSpPr/>
          <p:nvPr/>
        </p:nvSpPr>
        <p:spPr>
          <a:xfrm>
            <a:off x="255027" y="64779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공통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8E30747-B35A-4985-881A-BAE6085992DB}"/>
              </a:ext>
            </a:extLst>
          </p:cNvPr>
          <p:cNvGrpSpPr/>
          <p:nvPr/>
        </p:nvGrpSpPr>
        <p:grpSpPr>
          <a:xfrm>
            <a:off x="1666277" y="475396"/>
            <a:ext cx="1660771" cy="922420"/>
            <a:chOff x="1704377" y="436781"/>
            <a:chExt cx="1660771" cy="922420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93F77E27-7F8E-4BD0-A1AF-CD1C5BC57E05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0BB17523-8451-41CD-820B-7F847B34C9DD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B297AA50-0FB0-4A0F-AB46-6B71F89F0CAE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729ED8F-F4C4-4E86-B52A-89DD79898C8D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6C1B4A8-C12F-4CAA-8686-7CA9E7ECDFBA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0B53B55E-A260-4950-80EC-2FF67E144FDD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4E41F492-EBC4-49E1-800E-7E825784B304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A88A878F-4ABE-404F-A1B9-6EC31916D062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 dirty="0">
                <a:solidFill>
                  <a:schemeClr val="lt1"/>
                </a:solidFill>
              </a:rPr>
              <a:t>PROCESS</a:t>
            </a:r>
            <a:endParaRPr sz="1520" dirty="0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773846" y="1869129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개인 회원 가입 선택</a:t>
            </a:r>
            <a:endParaRPr dirty="0"/>
          </a:p>
        </p:txBody>
      </p:sp>
      <p:sp>
        <p:nvSpPr>
          <p:cNvPr id="92" name="Google Shape;92;p16"/>
          <p:cNvSpPr/>
          <p:nvPr/>
        </p:nvSpPr>
        <p:spPr>
          <a:xfrm>
            <a:off x="2773846" y="2916882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기업 회원 가입 선택</a:t>
            </a:r>
            <a:endParaRPr dirty="0"/>
          </a:p>
        </p:txBody>
      </p:sp>
      <p:sp>
        <p:nvSpPr>
          <p:cNvPr id="93" name="Google Shape;93;p16"/>
          <p:cNvSpPr/>
          <p:nvPr/>
        </p:nvSpPr>
        <p:spPr>
          <a:xfrm>
            <a:off x="4721658" y="80047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ID 입력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721658" y="13348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PW 입력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721658" y="396022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주소 입력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721658" y="343745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휴대전화 </a:t>
            </a:r>
            <a:endParaRPr lang="en-US" altLang="ko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번호 입력</a:t>
            </a:r>
            <a:endParaRPr sz="1200" dirty="0"/>
          </a:p>
        </p:txBody>
      </p:sp>
      <p:sp>
        <p:nvSpPr>
          <p:cNvPr id="97" name="Google Shape;97;p16"/>
          <p:cNvSpPr/>
          <p:nvPr/>
        </p:nvSpPr>
        <p:spPr>
          <a:xfrm>
            <a:off x="4721658" y="186912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이름  입력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721658" y="23919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생년</a:t>
            </a:r>
            <a:r>
              <a:rPr lang="ko-KR" altLang="en-US" sz="1200" dirty="0"/>
              <a:t>월</a:t>
            </a:r>
            <a:r>
              <a:rPr lang="ko" sz="1200" dirty="0"/>
              <a:t>일 입력</a:t>
            </a:r>
            <a:endParaRPr sz="1200" dirty="0"/>
          </a:p>
        </p:txBody>
      </p:sp>
      <p:sp>
        <p:nvSpPr>
          <p:cNvPr id="99" name="Google Shape;99;p16"/>
          <p:cNvSpPr/>
          <p:nvPr/>
        </p:nvSpPr>
        <p:spPr>
          <a:xfrm>
            <a:off x="4721658" y="291467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이메일 입력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901983" y="238806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가입 완료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4721658" y="44830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자동 등록 </a:t>
            </a:r>
            <a:endParaRPr lang="en-US" altLang="ko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방지 API</a:t>
            </a:r>
            <a:endParaRPr sz="1200" dirty="0"/>
          </a:p>
        </p:txBody>
      </p:sp>
      <p:sp>
        <p:nvSpPr>
          <p:cNvPr id="16" name="Google Shape;76;p15">
            <a:extLst>
              <a:ext uri="{FF2B5EF4-FFF2-40B4-BE49-F238E27FC236}">
                <a16:creationId xmlns:a16="http://schemas.microsoft.com/office/drawing/2014/main" id="{2F80C600-E637-4EE8-A0FD-EA41D9506DFD}"/>
              </a:ext>
            </a:extLst>
          </p:cNvPr>
          <p:cNvSpPr/>
          <p:nvPr/>
        </p:nvSpPr>
        <p:spPr>
          <a:xfrm>
            <a:off x="256787" y="65423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공통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Google Shape;91;p16">
            <a:extLst>
              <a:ext uri="{FF2B5EF4-FFF2-40B4-BE49-F238E27FC236}">
                <a16:creationId xmlns:a16="http://schemas.microsoft.com/office/drawing/2014/main" id="{354EB22B-86C3-4041-8591-010D49FFC826}"/>
              </a:ext>
            </a:extLst>
          </p:cNvPr>
          <p:cNvSpPr/>
          <p:nvPr/>
        </p:nvSpPr>
        <p:spPr>
          <a:xfrm>
            <a:off x="1159795" y="235683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메인화면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6EDEB7-5327-405A-BEF4-3DC1BD8D1D3F}"/>
              </a:ext>
            </a:extLst>
          </p:cNvPr>
          <p:cNvCxnSpPr>
            <a:stCxn id="91" idx="1"/>
          </p:cNvCxnSpPr>
          <p:nvPr/>
        </p:nvCxnSpPr>
        <p:spPr>
          <a:xfrm flipH="1">
            <a:off x="2656438" y="2163591"/>
            <a:ext cx="117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7EDE3CB-3CA2-47E3-B8E2-FBA268711943}"/>
              </a:ext>
            </a:extLst>
          </p:cNvPr>
          <p:cNvCxnSpPr>
            <a:cxnSpLocks/>
          </p:cNvCxnSpPr>
          <p:nvPr/>
        </p:nvCxnSpPr>
        <p:spPr>
          <a:xfrm>
            <a:off x="2656438" y="2163591"/>
            <a:ext cx="0" cy="104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8899D6-A870-4CD3-A46A-59754A5E599D}"/>
              </a:ext>
            </a:extLst>
          </p:cNvPr>
          <p:cNvCxnSpPr>
            <a:stCxn id="92" idx="1"/>
          </p:cNvCxnSpPr>
          <p:nvPr/>
        </p:nvCxnSpPr>
        <p:spPr>
          <a:xfrm flipH="1">
            <a:off x="2656438" y="3211344"/>
            <a:ext cx="117408" cy="5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2676009-2A35-4A48-AED8-0E0829930F7B}"/>
              </a:ext>
            </a:extLst>
          </p:cNvPr>
          <p:cNvCxnSpPr>
            <a:stCxn id="17" idx="3"/>
          </p:cNvCxnSpPr>
          <p:nvPr/>
        </p:nvCxnSpPr>
        <p:spPr>
          <a:xfrm flipV="1">
            <a:off x="2508121" y="2643083"/>
            <a:ext cx="148317" cy="8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06A3774-D08D-41F9-BD03-20C3DD626F4C}"/>
              </a:ext>
            </a:extLst>
          </p:cNvPr>
          <p:cNvCxnSpPr>
            <a:cxnSpLocks/>
          </p:cNvCxnSpPr>
          <p:nvPr/>
        </p:nvCxnSpPr>
        <p:spPr>
          <a:xfrm>
            <a:off x="4472480" y="977486"/>
            <a:ext cx="0" cy="3705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9C51DA8-96BC-41D5-A2CE-9740C5BCCF10}"/>
              </a:ext>
            </a:extLst>
          </p:cNvPr>
          <p:cNvCxnSpPr>
            <a:cxnSpLocks/>
          </p:cNvCxnSpPr>
          <p:nvPr/>
        </p:nvCxnSpPr>
        <p:spPr>
          <a:xfrm>
            <a:off x="4132023" y="2150322"/>
            <a:ext cx="340456" cy="436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54EB429-A63F-449C-98FC-78193BF2ECDF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4122172" y="2587135"/>
            <a:ext cx="350307" cy="624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8D19BCD9-12A8-42DF-97FF-117A5BB709E1}"/>
              </a:ext>
            </a:extLst>
          </p:cNvPr>
          <p:cNvCxnSpPr>
            <a:endCxn id="93" idx="1"/>
          </p:cNvCxnSpPr>
          <p:nvPr/>
        </p:nvCxnSpPr>
        <p:spPr>
          <a:xfrm>
            <a:off x="4472480" y="984160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174446B-C5EE-4443-8308-AB41A6018DD0}"/>
              </a:ext>
            </a:extLst>
          </p:cNvPr>
          <p:cNvCxnSpPr>
            <a:stCxn id="94" idx="1"/>
          </p:cNvCxnSpPr>
          <p:nvPr/>
        </p:nvCxnSpPr>
        <p:spPr>
          <a:xfrm flipH="1">
            <a:off x="4472480" y="1518485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899E822-E5F5-4B6D-90F8-EEC7127CBF32}"/>
              </a:ext>
            </a:extLst>
          </p:cNvPr>
          <p:cNvCxnSpPr>
            <a:stCxn id="97" idx="1"/>
          </p:cNvCxnSpPr>
          <p:nvPr/>
        </p:nvCxnSpPr>
        <p:spPr>
          <a:xfrm flipH="1">
            <a:off x="4472480" y="2052810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8EB144F-1860-4A35-82D3-9D65B81A0DE1}"/>
              </a:ext>
            </a:extLst>
          </p:cNvPr>
          <p:cNvCxnSpPr>
            <a:stCxn id="98" idx="1"/>
          </p:cNvCxnSpPr>
          <p:nvPr/>
        </p:nvCxnSpPr>
        <p:spPr>
          <a:xfrm flipH="1" flipV="1">
            <a:off x="4472480" y="2571750"/>
            <a:ext cx="249178" cy="3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1A72E90-1D5A-4567-8092-24308F211774}"/>
              </a:ext>
            </a:extLst>
          </p:cNvPr>
          <p:cNvCxnSpPr>
            <a:stCxn id="99" idx="1"/>
          </p:cNvCxnSpPr>
          <p:nvPr/>
        </p:nvCxnSpPr>
        <p:spPr>
          <a:xfrm flipH="1">
            <a:off x="4472480" y="3098360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EDEB73C-F517-4CA0-BBBB-8B89B6C68DA1}"/>
              </a:ext>
            </a:extLst>
          </p:cNvPr>
          <p:cNvCxnSpPr>
            <a:stCxn id="96" idx="1"/>
          </p:cNvCxnSpPr>
          <p:nvPr/>
        </p:nvCxnSpPr>
        <p:spPr>
          <a:xfrm flipH="1">
            <a:off x="4472480" y="3621135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797337B-9E84-433C-82B3-A36D4F198013}"/>
              </a:ext>
            </a:extLst>
          </p:cNvPr>
          <p:cNvCxnSpPr>
            <a:stCxn id="95" idx="1"/>
          </p:cNvCxnSpPr>
          <p:nvPr/>
        </p:nvCxnSpPr>
        <p:spPr>
          <a:xfrm flipH="1">
            <a:off x="4472480" y="4143910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7E488F8-920A-4422-B9AE-8867FB5590E5}"/>
              </a:ext>
            </a:extLst>
          </p:cNvPr>
          <p:cNvCxnSpPr>
            <a:stCxn id="102" idx="1"/>
          </p:cNvCxnSpPr>
          <p:nvPr/>
        </p:nvCxnSpPr>
        <p:spPr>
          <a:xfrm flipH="1">
            <a:off x="4472480" y="4666685"/>
            <a:ext cx="249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38F5F36-88A0-443E-BC3B-7B4EE8A90646}"/>
              </a:ext>
            </a:extLst>
          </p:cNvPr>
          <p:cNvCxnSpPr>
            <a:cxnSpLocks/>
          </p:cNvCxnSpPr>
          <p:nvPr/>
        </p:nvCxnSpPr>
        <p:spPr>
          <a:xfrm>
            <a:off x="6380261" y="981237"/>
            <a:ext cx="0" cy="3685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82E8A48-08D3-487A-889A-1D1E16BCC06E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6069984" y="984160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4D03D68-EE5E-44B9-AEE7-F159804CE05A}"/>
              </a:ext>
            </a:extLst>
          </p:cNvPr>
          <p:cNvCxnSpPr>
            <a:stCxn id="94" idx="3"/>
          </p:cNvCxnSpPr>
          <p:nvPr/>
        </p:nvCxnSpPr>
        <p:spPr>
          <a:xfrm>
            <a:off x="6069984" y="1518485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E238EDC-60AE-4E5B-A016-7D5B6D464669}"/>
              </a:ext>
            </a:extLst>
          </p:cNvPr>
          <p:cNvCxnSpPr>
            <a:stCxn id="97" idx="3"/>
          </p:cNvCxnSpPr>
          <p:nvPr/>
        </p:nvCxnSpPr>
        <p:spPr>
          <a:xfrm>
            <a:off x="6069984" y="2052810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48DF2B9C-072D-4F2B-9932-2BFFD1377F83}"/>
              </a:ext>
            </a:extLst>
          </p:cNvPr>
          <p:cNvCxnSpPr>
            <a:stCxn id="98" idx="3"/>
          </p:cNvCxnSpPr>
          <p:nvPr/>
        </p:nvCxnSpPr>
        <p:spPr>
          <a:xfrm flipV="1">
            <a:off x="6069984" y="2571750"/>
            <a:ext cx="310277" cy="3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40EAB47A-619E-4AF6-B75B-520FC6B058C9}"/>
              </a:ext>
            </a:extLst>
          </p:cNvPr>
          <p:cNvCxnSpPr>
            <a:stCxn id="99" idx="3"/>
          </p:cNvCxnSpPr>
          <p:nvPr/>
        </p:nvCxnSpPr>
        <p:spPr>
          <a:xfrm>
            <a:off x="6069984" y="3098360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CAE9A44-C0A6-4DF7-802B-F5AA9A87B55B}"/>
              </a:ext>
            </a:extLst>
          </p:cNvPr>
          <p:cNvCxnSpPr>
            <a:stCxn id="96" idx="3"/>
          </p:cNvCxnSpPr>
          <p:nvPr/>
        </p:nvCxnSpPr>
        <p:spPr>
          <a:xfrm>
            <a:off x="6069984" y="3621135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ADDF2E7B-C258-45FB-8DB8-25BD6AE278D0}"/>
              </a:ext>
            </a:extLst>
          </p:cNvPr>
          <p:cNvCxnSpPr>
            <a:stCxn id="95" idx="3"/>
          </p:cNvCxnSpPr>
          <p:nvPr/>
        </p:nvCxnSpPr>
        <p:spPr>
          <a:xfrm>
            <a:off x="6069984" y="4143910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470A0ED-3DF5-42A9-AD7F-4C6ACFBF22AA}"/>
              </a:ext>
            </a:extLst>
          </p:cNvPr>
          <p:cNvCxnSpPr>
            <a:cxnSpLocks/>
            <a:stCxn id="102" idx="3"/>
          </p:cNvCxnSpPr>
          <p:nvPr/>
        </p:nvCxnSpPr>
        <p:spPr>
          <a:xfrm>
            <a:off x="6069984" y="4666685"/>
            <a:ext cx="310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Google Shape;81;p15">
            <a:extLst>
              <a:ext uri="{FF2B5EF4-FFF2-40B4-BE49-F238E27FC236}">
                <a16:creationId xmlns:a16="http://schemas.microsoft.com/office/drawing/2014/main" id="{176B7B06-E19B-4E4D-BCC0-C3606AC0E0C7}"/>
              </a:ext>
            </a:extLst>
          </p:cNvPr>
          <p:cNvSpPr/>
          <p:nvPr/>
        </p:nvSpPr>
        <p:spPr>
          <a:xfrm>
            <a:off x="7002696" y="646731"/>
            <a:ext cx="1146900" cy="712500"/>
          </a:xfrm>
          <a:prstGeom prst="wedgeRectCallout">
            <a:avLst>
              <a:gd name="adj1" fmla="val -104182"/>
              <a:gd name="adj2" fmla="val 3938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ID/PW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중복 시 </a:t>
            </a:r>
            <a:r>
              <a:rPr lang="ko-KR" altLang="en-US" dirty="0" err="1"/>
              <a:t>경고창</a:t>
            </a:r>
            <a:r>
              <a:rPr lang="ko-KR" altLang="en-US" dirty="0"/>
              <a:t> 출력</a:t>
            </a:r>
            <a:endParaRPr dirty="0"/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98E92C22-A6F9-46B2-AE10-348CA44E9525}"/>
              </a:ext>
            </a:extLst>
          </p:cNvPr>
          <p:cNvCxnSpPr>
            <a:endCxn id="101" idx="1"/>
          </p:cNvCxnSpPr>
          <p:nvPr/>
        </p:nvCxnSpPr>
        <p:spPr>
          <a:xfrm>
            <a:off x="6380261" y="2571750"/>
            <a:ext cx="5217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5AA7D1D-FE82-494E-A8C2-19A4F904A5B4}"/>
              </a:ext>
            </a:extLst>
          </p:cNvPr>
          <p:cNvGrpSpPr/>
          <p:nvPr/>
        </p:nvGrpSpPr>
        <p:grpSpPr>
          <a:xfrm>
            <a:off x="1666277" y="475396"/>
            <a:ext cx="1660771" cy="922420"/>
            <a:chOff x="1704377" y="436781"/>
            <a:chExt cx="1660771" cy="922420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F0BE500F-77F6-489C-98F7-A903BEF49B1B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301DC7D9-916C-44D4-85B5-794286E115E6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6B6F6B93-0557-4F85-9FE3-A8B8A2247F29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E138EC17-F15D-4144-B473-71B8B33804DE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EA0C09E8-A1EC-4BCA-86EA-B98D78B7E7A8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AD3D2A4-3C0B-4CAF-861F-E81AE7FD463D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681904A3-FE07-468B-97E1-65792F649CD4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D18B1D7-B75C-4557-A0D7-C9D607FCC0B0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773846" y="186912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개인 회원 가입 선택</a:t>
            </a:r>
            <a:endParaRPr dirty="0"/>
          </a:p>
        </p:txBody>
      </p:sp>
      <p:sp>
        <p:nvSpPr>
          <p:cNvPr id="92" name="Google Shape;92;p16"/>
          <p:cNvSpPr/>
          <p:nvPr/>
        </p:nvSpPr>
        <p:spPr>
          <a:xfrm>
            <a:off x="2782653" y="291467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기업 회원 가입 선택</a:t>
            </a:r>
            <a:endParaRPr dirty="0"/>
          </a:p>
        </p:txBody>
      </p:sp>
      <p:sp>
        <p:nvSpPr>
          <p:cNvPr id="93" name="Google Shape;93;p16"/>
          <p:cNvSpPr/>
          <p:nvPr/>
        </p:nvSpPr>
        <p:spPr>
          <a:xfrm>
            <a:off x="4721658" y="80047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ID 입력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721658" y="13348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PW 입력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721658" y="396022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주소 입력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721658" y="343745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휴대전화 </a:t>
            </a:r>
            <a:endParaRPr lang="en-US" altLang="ko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번호 입력</a:t>
            </a:r>
            <a:endParaRPr sz="1200" dirty="0"/>
          </a:p>
        </p:txBody>
      </p:sp>
      <p:sp>
        <p:nvSpPr>
          <p:cNvPr id="97" name="Google Shape;97;p16"/>
          <p:cNvSpPr/>
          <p:nvPr/>
        </p:nvSpPr>
        <p:spPr>
          <a:xfrm>
            <a:off x="4721658" y="186912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이름  입력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721658" y="23919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생년</a:t>
            </a:r>
            <a:r>
              <a:rPr lang="ko-KR" altLang="en-US" sz="1200" dirty="0"/>
              <a:t>월</a:t>
            </a:r>
            <a:r>
              <a:rPr lang="ko" sz="1200" dirty="0"/>
              <a:t>일 입력</a:t>
            </a:r>
            <a:endParaRPr sz="1200" dirty="0"/>
          </a:p>
        </p:txBody>
      </p:sp>
      <p:sp>
        <p:nvSpPr>
          <p:cNvPr id="99" name="Google Shape;99;p16"/>
          <p:cNvSpPr/>
          <p:nvPr/>
        </p:nvSpPr>
        <p:spPr>
          <a:xfrm>
            <a:off x="4721658" y="291467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이메일 입력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901983" y="238806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가입 완료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4721658" y="44830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자동 등록 </a:t>
            </a:r>
            <a:endParaRPr lang="en-US" altLang="ko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방지 API</a:t>
            </a:r>
            <a:endParaRPr sz="1200" dirty="0"/>
          </a:p>
        </p:txBody>
      </p:sp>
      <p:sp>
        <p:nvSpPr>
          <p:cNvPr id="16" name="Google Shape;76;p15">
            <a:extLst>
              <a:ext uri="{FF2B5EF4-FFF2-40B4-BE49-F238E27FC236}">
                <a16:creationId xmlns:a16="http://schemas.microsoft.com/office/drawing/2014/main" id="{2F80C600-E637-4EE8-A0FD-EA41D9506DFD}"/>
              </a:ext>
            </a:extLst>
          </p:cNvPr>
          <p:cNvSpPr/>
          <p:nvPr/>
        </p:nvSpPr>
        <p:spPr>
          <a:xfrm>
            <a:off x="371064" y="646731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공통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Google Shape;91;p16">
            <a:extLst>
              <a:ext uri="{FF2B5EF4-FFF2-40B4-BE49-F238E27FC236}">
                <a16:creationId xmlns:a16="http://schemas.microsoft.com/office/drawing/2014/main" id="{354EB22B-86C3-4041-8591-010D49FFC826}"/>
              </a:ext>
            </a:extLst>
          </p:cNvPr>
          <p:cNvSpPr/>
          <p:nvPr/>
        </p:nvSpPr>
        <p:spPr>
          <a:xfrm>
            <a:off x="1159795" y="235683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메인화면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6EDEB7-5327-405A-BEF4-3DC1BD8D1D3F}"/>
              </a:ext>
            </a:extLst>
          </p:cNvPr>
          <p:cNvCxnSpPr>
            <a:stCxn id="91" idx="1"/>
          </p:cNvCxnSpPr>
          <p:nvPr/>
        </p:nvCxnSpPr>
        <p:spPr>
          <a:xfrm flipH="1">
            <a:off x="2656438" y="2163591"/>
            <a:ext cx="117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7EDE3CB-3CA2-47E3-B8E2-FBA268711943}"/>
              </a:ext>
            </a:extLst>
          </p:cNvPr>
          <p:cNvCxnSpPr>
            <a:cxnSpLocks/>
          </p:cNvCxnSpPr>
          <p:nvPr/>
        </p:nvCxnSpPr>
        <p:spPr>
          <a:xfrm>
            <a:off x="2656438" y="2163591"/>
            <a:ext cx="0" cy="104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8899D6-A870-4CD3-A46A-59754A5E599D}"/>
              </a:ext>
            </a:extLst>
          </p:cNvPr>
          <p:cNvCxnSpPr>
            <a:cxnSpLocks/>
          </p:cNvCxnSpPr>
          <p:nvPr/>
        </p:nvCxnSpPr>
        <p:spPr>
          <a:xfrm flipH="1">
            <a:off x="2653618" y="3211345"/>
            <a:ext cx="1202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2676009-2A35-4A48-AED8-0E0829930F7B}"/>
              </a:ext>
            </a:extLst>
          </p:cNvPr>
          <p:cNvCxnSpPr>
            <a:stCxn id="17" idx="3"/>
          </p:cNvCxnSpPr>
          <p:nvPr/>
        </p:nvCxnSpPr>
        <p:spPr>
          <a:xfrm flipV="1">
            <a:off x="2508121" y="2643083"/>
            <a:ext cx="148317" cy="8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81E8BACC-CDB0-4421-AC79-925696541F94}"/>
              </a:ext>
            </a:extLst>
          </p:cNvPr>
          <p:cNvSpPr/>
          <p:nvPr/>
        </p:nvSpPr>
        <p:spPr>
          <a:xfrm>
            <a:off x="4478558" y="994493"/>
            <a:ext cx="240280" cy="3690973"/>
          </a:xfrm>
          <a:custGeom>
            <a:avLst/>
            <a:gdLst>
              <a:gd name="connsiteX0" fmla="*/ 240280 w 240280"/>
              <a:gd name="connsiteY0" fmla="*/ 0 h 3690973"/>
              <a:gd name="connsiteX1" fmla="*/ 0 w 240280"/>
              <a:gd name="connsiteY1" fmla="*/ 1601869 h 3690973"/>
              <a:gd name="connsiteX2" fmla="*/ 240280 w 240280"/>
              <a:gd name="connsiteY2" fmla="*/ 3690973 h 369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280" h="3690973">
                <a:moveTo>
                  <a:pt x="240280" y="0"/>
                </a:moveTo>
                <a:cubicBezTo>
                  <a:pt x="120140" y="493353"/>
                  <a:pt x="0" y="986707"/>
                  <a:pt x="0" y="1601869"/>
                </a:cubicBezTo>
                <a:cubicBezTo>
                  <a:pt x="0" y="2217031"/>
                  <a:pt x="120140" y="2954002"/>
                  <a:pt x="240280" y="369097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17E66F6C-5175-41A5-964F-9EE44EA2A821}"/>
              </a:ext>
            </a:extLst>
          </p:cNvPr>
          <p:cNvCxnSpPr>
            <a:cxnSpLocks/>
          </p:cNvCxnSpPr>
          <p:nvPr/>
        </p:nvCxnSpPr>
        <p:spPr>
          <a:xfrm>
            <a:off x="4257194" y="2159250"/>
            <a:ext cx="0" cy="104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554BB33-1AB3-4F36-B1D5-E133A13DC4A1}"/>
              </a:ext>
            </a:extLst>
          </p:cNvPr>
          <p:cNvCxnSpPr>
            <a:stCxn id="91" idx="3"/>
          </p:cNvCxnSpPr>
          <p:nvPr/>
        </p:nvCxnSpPr>
        <p:spPr>
          <a:xfrm>
            <a:off x="4122172" y="2163591"/>
            <a:ext cx="1350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61DFAEF-8EDA-4731-A7BB-DBBFB3C4254F}"/>
              </a:ext>
            </a:extLst>
          </p:cNvPr>
          <p:cNvCxnSpPr>
            <a:stCxn id="92" idx="3"/>
          </p:cNvCxnSpPr>
          <p:nvPr/>
        </p:nvCxnSpPr>
        <p:spPr>
          <a:xfrm flipV="1">
            <a:off x="4130979" y="3207003"/>
            <a:ext cx="126215" cy="2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4C95287-363B-46F3-A733-CE0473B361F6}"/>
              </a:ext>
            </a:extLst>
          </p:cNvPr>
          <p:cNvCxnSpPr/>
          <p:nvPr/>
        </p:nvCxnSpPr>
        <p:spPr>
          <a:xfrm>
            <a:off x="4257194" y="2683126"/>
            <a:ext cx="2213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D68B3277-9E76-48EC-B914-80B2A9B35BEF}"/>
              </a:ext>
            </a:extLst>
          </p:cNvPr>
          <p:cNvSpPr/>
          <p:nvPr/>
        </p:nvSpPr>
        <p:spPr>
          <a:xfrm>
            <a:off x="6073752" y="961121"/>
            <a:ext cx="347071" cy="3731019"/>
          </a:xfrm>
          <a:custGeom>
            <a:avLst/>
            <a:gdLst>
              <a:gd name="connsiteX0" fmla="*/ 0 w 347071"/>
              <a:gd name="connsiteY0" fmla="*/ 0 h 3731019"/>
              <a:gd name="connsiteX1" fmla="*/ 347071 w 347071"/>
              <a:gd name="connsiteY1" fmla="*/ 1615218 h 3731019"/>
              <a:gd name="connsiteX2" fmla="*/ 0 w 347071"/>
              <a:gd name="connsiteY2" fmla="*/ 3731019 h 373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071" h="3731019">
                <a:moveTo>
                  <a:pt x="0" y="0"/>
                </a:moveTo>
                <a:cubicBezTo>
                  <a:pt x="173535" y="496691"/>
                  <a:pt x="347071" y="993382"/>
                  <a:pt x="347071" y="1615218"/>
                </a:cubicBezTo>
                <a:cubicBezTo>
                  <a:pt x="347071" y="2237054"/>
                  <a:pt x="173535" y="2984036"/>
                  <a:pt x="0" y="3731019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90C6248-3041-4001-9D18-E5FA662CBEB0}"/>
              </a:ext>
            </a:extLst>
          </p:cNvPr>
          <p:cNvCxnSpPr>
            <a:cxnSpLocks/>
            <a:stCxn id="20" idx="1"/>
            <a:endCxn id="101" idx="1"/>
          </p:cNvCxnSpPr>
          <p:nvPr/>
        </p:nvCxnSpPr>
        <p:spPr>
          <a:xfrm flipV="1">
            <a:off x="6420823" y="2571750"/>
            <a:ext cx="481160" cy="4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oogle Shape;81;p15">
            <a:extLst>
              <a:ext uri="{FF2B5EF4-FFF2-40B4-BE49-F238E27FC236}">
                <a16:creationId xmlns:a16="http://schemas.microsoft.com/office/drawing/2014/main" id="{08A62EAB-FE5B-4233-B543-8CE890F9A10A}"/>
              </a:ext>
            </a:extLst>
          </p:cNvPr>
          <p:cNvSpPr/>
          <p:nvPr/>
        </p:nvSpPr>
        <p:spPr>
          <a:xfrm>
            <a:off x="6809136" y="675165"/>
            <a:ext cx="1146900" cy="712500"/>
          </a:xfrm>
          <a:prstGeom prst="wedgeRectCallout">
            <a:avLst>
              <a:gd name="adj1" fmla="val -104182"/>
              <a:gd name="adj2" fmla="val 3938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ID/PW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중복 시 </a:t>
            </a:r>
            <a:r>
              <a:rPr lang="ko-KR" altLang="en-US" dirty="0" err="1"/>
              <a:t>경고창</a:t>
            </a:r>
            <a:r>
              <a:rPr lang="ko-KR" altLang="en-US" dirty="0"/>
              <a:t> 출력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513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611800" y="190533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메인 화면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469000" y="190533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통합 검색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463125" y="301606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 키워드 추천 출력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5463125" y="190533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 키워드 활용한 검색</a:t>
            </a:r>
            <a:endParaRPr/>
          </a:p>
        </p:txBody>
      </p:sp>
      <p:sp>
        <p:nvSpPr>
          <p:cNvPr id="7" name="Google Shape;76;p15">
            <a:extLst>
              <a:ext uri="{FF2B5EF4-FFF2-40B4-BE49-F238E27FC236}">
                <a16:creationId xmlns:a16="http://schemas.microsoft.com/office/drawing/2014/main" id="{B92A6191-63FD-4F9A-AEDE-65025108E7F7}"/>
              </a:ext>
            </a:extLst>
          </p:cNvPr>
          <p:cNvSpPr/>
          <p:nvPr/>
        </p:nvSpPr>
        <p:spPr>
          <a:xfrm>
            <a:off x="222814" y="64006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공통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8A4DC9-EA4C-4C63-86EF-10CBC9D12210}"/>
              </a:ext>
            </a:extLst>
          </p:cNvPr>
          <p:cNvCxnSpPr>
            <a:stCxn id="109" idx="3"/>
            <a:endCxn id="110" idx="1"/>
          </p:cNvCxnSpPr>
          <p:nvPr/>
        </p:nvCxnSpPr>
        <p:spPr>
          <a:xfrm>
            <a:off x="2960126" y="2199800"/>
            <a:ext cx="508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B7714D-3277-4540-921E-84F9075F844E}"/>
              </a:ext>
            </a:extLst>
          </p:cNvPr>
          <p:cNvCxnSpPr>
            <a:stCxn id="110" idx="3"/>
            <a:endCxn id="112" idx="1"/>
          </p:cNvCxnSpPr>
          <p:nvPr/>
        </p:nvCxnSpPr>
        <p:spPr>
          <a:xfrm>
            <a:off x="4817326" y="2199800"/>
            <a:ext cx="645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34D135A-450B-464E-95E2-364B62C3E38A}"/>
              </a:ext>
            </a:extLst>
          </p:cNvPr>
          <p:cNvCxnSpPr/>
          <p:nvPr/>
        </p:nvCxnSpPr>
        <p:spPr>
          <a:xfrm>
            <a:off x="5152677" y="2199800"/>
            <a:ext cx="0" cy="11174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6DF990-D943-45F3-9477-C4FF37C45678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5152677" y="3310525"/>
            <a:ext cx="310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99A9253-9A0D-4E1F-AE12-8D4DC922500D}"/>
              </a:ext>
            </a:extLst>
          </p:cNvPr>
          <p:cNvGrpSpPr/>
          <p:nvPr/>
        </p:nvGrpSpPr>
        <p:grpSpPr>
          <a:xfrm>
            <a:off x="1666277" y="475396"/>
            <a:ext cx="1660771" cy="922420"/>
            <a:chOff x="1704377" y="436781"/>
            <a:chExt cx="1660771" cy="92242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154E85A-3F2D-49E3-A433-02856E95EA87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85E51FE-79FC-4264-A489-8FC3D08818CE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A41FC7B-4399-4A10-AE98-98955A3796F7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84003F3-A684-4B76-8E56-83130C8FC34C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B04F30C-6286-4457-8F7A-08350DFAB779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A681649-283A-4C96-B8FC-1DF2CB5A9551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69A3149-0C77-4E49-962C-EF2E1994118C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B370AC9-556E-4B74-85DE-6E2D2B8081CD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712900" y="228589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메신저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(API 활용)</a:t>
            </a:r>
            <a:endParaRPr dirty="0"/>
          </a:p>
        </p:txBody>
      </p:sp>
      <p:sp>
        <p:nvSpPr>
          <p:cNvPr id="119" name="Google Shape;119;p18"/>
          <p:cNvSpPr/>
          <p:nvPr/>
        </p:nvSpPr>
        <p:spPr>
          <a:xfrm>
            <a:off x="5744675" y="120066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메세지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송/수신</a:t>
            </a:r>
            <a:endParaRPr dirty="0"/>
          </a:p>
        </p:txBody>
      </p:sp>
      <p:sp>
        <p:nvSpPr>
          <p:cNvPr id="120" name="Google Shape;120;p18"/>
          <p:cNvSpPr/>
          <p:nvPr/>
        </p:nvSpPr>
        <p:spPr>
          <a:xfrm>
            <a:off x="5744675" y="228589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화상 통화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송/수신</a:t>
            </a:r>
            <a:endParaRPr dirty="0"/>
          </a:p>
        </p:txBody>
      </p:sp>
      <p:sp>
        <p:nvSpPr>
          <p:cNvPr id="121" name="Google Shape;121;p18"/>
          <p:cNvSpPr/>
          <p:nvPr/>
        </p:nvSpPr>
        <p:spPr>
          <a:xfrm>
            <a:off x="5744675" y="337642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 송/수신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3223674" y="227728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이름/ ID 검색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223674" y="337978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Follow/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Unfollw 선택</a:t>
            </a:r>
            <a:endParaRPr/>
          </a:p>
        </p:txBody>
      </p:sp>
      <p:sp>
        <p:nvSpPr>
          <p:cNvPr id="9" name="Google Shape;76;p15">
            <a:extLst>
              <a:ext uri="{FF2B5EF4-FFF2-40B4-BE49-F238E27FC236}">
                <a16:creationId xmlns:a16="http://schemas.microsoft.com/office/drawing/2014/main" id="{2DBD5AAE-C773-4D0C-9DDE-26A747538D6D}"/>
              </a:ext>
            </a:extLst>
          </p:cNvPr>
          <p:cNvSpPr/>
          <p:nvPr/>
        </p:nvSpPr>
        <p:spPr>
          <a:xfrm>
            <a:off x="264454" y="69993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공통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5B63594-8FFF-4628-B633-06745B0DD24F}"/>
              </a:ext>
            </a:extLst>
          </p:cNvPr>
          <p:cNvCxnSpPr>
            <a:stCxn id="118" idx="3"/>
            <a:endCxn id="122" idx="1"/>
          </p:cNvCxnSpPr>
          <p:nvPr/>
        </p:nvCxnSpPr>
        <p:spPr>
          <a:xfrm flipV="1">
            <a:off x="2061226" y="2571750"/>
            <a:ext cx="1162448" cy="8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4FF556-4E5E-4965-BEA6-28B1A867F9E7}"/>
              </a:ext>
            </a:extLst>
          </p:cNvPr>
          <p:cNvCxnSpPr>
            <a:stCxn id="122" idx="2"/>
            <a:endCxn id="123" idx="0"/>
          </p:cNvCxnSpPr>
          <p:nvPr/>
        </p:nvCxnSpPr>
        <p:spPr>
          <a:xfrm>
            <a:off x="3897837" y="2866212"/>
            <a:ext cx="0" cy="513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7D8513-5C7D-4CB2-A03E-320D0A484850}"/>
              </a:ext>
            </a:extLst>
          </p:cNvPr>
          <p:cNvCxnSpPr>
            <a:stCxn id="122" idx="3"/>
            <a:endCxn id="120" idx="1"/>
          </p:cNvCxnSpPr>
          <p:nvPr/>
        </p:nvCxnSpPr>
        <p:spPr>
          <a:xfrm>
            <a:off x="4572000" y="2571750"/>
            <a:ext cx="1172675" cy="8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D8A8F1C-4444-464A-9E5D-7A6F2EB4BEA7}"/>
              </a:ext>
            </a:extLst>
          </p:cNvPr>
          <p:cNvCxnSpPr>
            <a:stCxn id="119" idx="1"/>
          </p:cNvCxnSpPr>
          <p:nvPr/>
        </p:nvCxnSpPr>
        <p:spPr>
          <a:xfrm flipH="1">
            <a:off x="5158337" y="1495125"/>
            <a:ext cx="586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A7195A5-10D0-443D-A210-BE7E48CFAE76}"/>
              </a:ext>
            </a:extLst>
          </p:cNvPr>
          <p:cNvCxnSpPr/>
          <p:nvPr/>
        </p:nvCxnSpPr>
        <p:spPr>
          <a:xfrm>
            <a:off x="5158337" y="1495125"/>
            <a:ext cx="0" cy="2175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AEF1566-94CF-4ED1-82A3-D831C1FA1DA6}"/>
              </a:ext>
            </a:extLst>
          </p:cNvPr>
          <p:cNvCxnSpPr>
            <a:stCxn id="121" idx="1"/>
          </p:cNvCxnSpPr>
          <p:nvPr/>
        </p:nvCxnSpPr>
        <p:spPr>
          <a:xfrm flipH="1">
            <a:off x="5158337" y="3670884"/>
            <a:ext cx="5863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E951C5-89A1-4A45-8145-C9F4F8D92721}"/>
              </a:ext>
            </a:extLst>
          </p:cNvPr>
          <p:cNvGrpSpPr/>
          <p:nvPr/>
        </p:nvGrpSpPr>
        <p:grpSpPr>
          <a:xfrm>
            <a:off x="1666277" y="475396"/>
            <a:ext cx="1660771" cy="922420"/>
            <a:chOff x="1704377" y="436781"/>
            <a:chExt cx="1660771" cy="922420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741BF25-BA8B-4682-8A06-73C28346BBC4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5A4B768-F4F0-42CC-ABD9-82D2B55F4A7E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9F3DB30-C1DC-4FD4-B91F-F4227A78BEC4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9C4B616-1C7C-4992-B1B3-A384B8C86642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7CA4FBB-6D2D-41A0-9DE2-D55AAE42AE6A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9D79B86-3CB0-4307-B279-BAA0878DE012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73719B9-7154-40FE-A161-F065E1E7494B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31AD144-9C82-45B3-B54C-0CE4BB89231A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84413" y="227728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개인 정보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 관리</a:t>
            </a:r>
            <a:endParaRPr dirty="0"/>
          </a:p>
        </p:txBody>
      </p:sp>
      <p:sp>
        <p:nvSpPr>
          <p:cNvPr id="131" name="Google Shape;131;p19"/>
          <p:cNvSpPr/>
          <p:nvPr/>
        </p:nvSpPr>
        <p:spPr>
          <a:xfrm>
            <a:off x="4253610" y="120066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개인정보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수정</a:t>
            </a:r>
            <a:r>
              <a:rPr lang="en-US" altLang="ko" dirty="0"/>
              <a:t>/</a:t>
            </a:r>
            <a:r>
              <a:rPr lang="ko-KR" altLang="en-US" dirty="0"/>
              <a:t>삭제</a:t>
            </a:r>
            <a:endParaRPr dirty="0"/>
          </a:p>
        </p:txBody>
      </p:sp>
      <p:sp>
        <p:nvSpPr>
          <p:cNvPr id="132" name="Google Shape;132;p19"/>
          <p:cNvSpPr/>
          <p:nvPr/>
        </p:nvSpPr>
        <p:spPr>
          <a:xfrm>
            <a:off x="4253611" y="227728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회원탈퇴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6024642" y="3458005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재직자 회원 권한 신청</a:t>
            </a:r>
            <a:endParaRPr dirty="0"/>
          </a:p>
        </p:txBody>
      </p:sp>
      <p:sp>
        <p:nvSpPr>
          <p:cNvPr id="134" name="Google Shape;134;p19"/>
          <p:cNvSpPr/>
          <p:nvPr/>
        </p:nvSpPr>
        <p:spPr>
          <a:xfrm>
            <a:off x="2370273" y="2279515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비밀번호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인증</a:t>
            </a:r>
            <a:endParaRPr dirty="0"/>
          </a:p>
        </p:txBody>
      </p:sp>
      <p:sp>
        <p:nvSpPr>
          <p:cNvPr id="135" name="Google Shape;135;p19"/>
          <p:cNvSpPr/>
          <p:nvPr/>
        </p:nvSpPr>
        <p:spPr>
          <a:xfrm>
            <a:off x="4253610" y="3458005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재직증명서 업로드</a:t>
            </a:r>
            <a:endParaRPr dirty="0"/>
          </a:p>
        </p:txBody>
      </p:sp>
      <p:sp>
        <p:nvSpPr>
          <p:cNvPr id="136" name="Google Shape;136;p19"/>
          <p:cNvSpPr/>
          <p:nvPr/>
        </p:nvSpPr>
        <p:spPr>
          <a:xfrm>
            <a:off x="7682208" y="3458005"/>
            <a:ext cx="1348326" cy="588924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재직자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권한 부여</a:t>
            </a:r>
            <a:endParaRPr dirty="0"/>
          </a:p>
        </p:txBody>
      </p:sp>
      <p:sp>
        <p:nvSpPr>
          <p:cNvPr id="11" name="Google Shape;76;p15">
            <a:extLst>
              <a:ext uri="{FF2B5EF4-FFF2-40B4-BE49-F238E27FC236}">
                <a16:creationId xmlns:a16="http://schemas.microsoft.com/office/drawing/2014/main" id="{6522B6C7-C39B-46CC-98B2-B65609A7194A}"/>
              </a:ext>
            </a:extLst>
          </p:cNvPr>
          <p:cNvSpPr/>
          <p:nvPr/>
        </p:nvSpPr>
        <p:spPr>
          <a:xfrm>
            <a:off x="277616" y="69909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마이페이지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AB48E7-DADE-499B-8BFC-744176E90DAD}"/>
              </a:ext>
            </a:extLst>
          </p:cNvPr>
          <p:cNvCxnSpPr>
            <a:stCxn id="130" idx="3"/>
            <a:endCxn id="134" idx="1"/>
          </p:cNvCxnSpPr>
          <p:nvPr/>
        </p:nvCxnSpPr>
        <p:spPr>
          <a:xfrm>
            <a:off x="1732739" y="2571750"/>
            <a:ext cx="637534" cy="2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2CA02FD-61EB-48F2-B349-0453FDDA4850}"/>
              </a:ext>
            </a:extLst>
          </p:cNvPr>
          <p:cNvCxnSpPr>
            <a:stCxn id="134" idx="3"/>
          </p:cNvCxnSpPr>
          <p:nvPr/>
        </p:nvCxnSpPr>
        <p:spPr>
          <a:xfrm flipV="1">
            <a:off x="3718599" y="2571750"/>
            <a:ext cx="226002" cy="2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D0A0CE1-5F2E-4F8E-B57E-B6D2D2E2E715}"/>
              </a:ext>
            </a:extLst>
          </p:cNvPr>
          <p:cNvCxnSpPr>
            <a:cxnSpLocks/>
            <a:stCxn id="131" idx="1"/>
          </p:cNvCxnSpPr>
          <p:nvPr/>
        </p:nvCxnSpPr>
        <p:spPr>
          <a:xfrm flipH="1">
            <a:off x="3944601" y="1495125"/>
            <a:ext cx="309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239A0CD-6968-42F6-8FAE-07FBB158E27F}"/>
              </a:ext>
            </a:extLst>
          </p:cNvPr>
          <p:cNvCxnSpPr/>
          <p:nvPr/>
        </p:nvCxnSpPr>
        <p:spPr>
          <a:xfrm>
            <a:off x="3944601" y="1494568"/>
            <a:ext cx="0" cy="22578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F012C87-2C84-4C48-9D24-465D5B9CA463}"/>
              </a:ext>
            </a:extLst>
          </p:cNvPr>
          <p:cNvCxnSpPr>
            <a:endCxn id="132" idx="1"/>
          </p:cNvCxnSpPr>
          <p:nvPr/>
        </p:nvCxnSpPr>
        <p:spPr>
          <a:xfrm>
            <a:off x="3944601" y="2571750"/>
            <a:ext cx="309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40B700-FFAF-4234-9BF3-D592086E6448}"/>
              </a:ext>
            </a:extLst>
          </p:cNvPr>
          <p:cNvCxnSpPr>
            <a:endCxn id="135" idx="1"/>
          </p:cNvCxnSpPr>
          <p:nvPr/>
        </p:nvCxnSpPr>
        <p:spPr>
          <a:xfrm>
            <a:off x="3944601" y="3752467"/>
            <a:ext cx="3090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AB96FF5-02EB-4343-BAF5-9984C2AB6DDB}"/>
              </a:ext>
            </a:extLst>
          </p:cNvPr>
          <p:cNvCxnSpPr>
            <a:stCxn id="135" idx="3"/>
            <a:endCxn id="133" idx="1"/>
          </p:cNvCxnSpPr>
          <p:nvPr/>
        </p:nvCxnSpPr>
        <p:spPr>
          <a:xfrm>
            <a:off x="5601936" y="3752467"/>
            <a:ext cx="422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19E732B-2EE6-4A17-828B-F3E8D8E3AFDF}"/>
              </a:ext>
            </a:extLst>
          </p:cNvPr>
          <p:cNvCxnSpPr>
            <a:stCxn id="133" idx="3"/>
            <a:endCxn id="136" idx="1"/>
          </p:cNvCxnSpPr>
          <p:nvPr/>
        </p:nvCxnSpPr>
        <p:spPr>
          <a:xfrm>
            <a:off x="7372968" y="3752467"/>
            <a:ext cx="309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D05B886-B76A-4538-B41C-66C9D3E4A693}"/>
              </a:ext>
            </a:extLst>
          </p:cNvPr>
          <p:cNvGrpSpPr/>
          <p:nvPr/>
        </p:nvGrpSpPr>
        <p:grpSpPr>
          <a:xfrm>
            <a:off x="1666277" y="475396"/>
            <a:ext cx="1660771" cy="922420"/>
            <a:chOff x="1704377" y="436781"/>
            <a:chExt cx="1660771" cy="92242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7CEB54E-BBF4-4E98-B2E6-1D4CDAC92296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EFCA86A-9091-4AD2-B8FD-584A02578572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23DF985-BCEE-4FB4-A224-3C88B59D8AD0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6746B7A-6BA6-4512-87C8-FABF71909E27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CA92C06-17BF-4DC0-8E56-E532A6A90E6D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8B5434F-36A9-4AC8-8C49-2786C7B9DC77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0EB902F-02DA-48C7-9CC4-A649CF5EFEBD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E952B12-53C7-4CF3-A01A-BC21A90C4F35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562660" y="2764968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관리</a:t>
            </a:r>
            <a:endParaRPr dirty="0"/>
          </a:p>
        </p:txBody>
      </p:sp>
      <p:sp>
        <p:nvSpPr>
          <p:cNvPr id="144" name="Google Shape;144;p20"/>
          <p:cNvSpPr/>
          <p:nvPr/>
        </p:nvSpPr>
        <p:spPr>
          <a:xfrm>
            <a:off x="2556238" y="1624846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등록</a:t>
            </a:r>
            <a:r>
              <a:rPr lang="en-US" altLang="ko" dirty="0"/>
              <a:t> </a:t>
            </a:r>
            <a:r>
              <a:rPr lang="ko" dirty="0"/>
              <a:t>선택</a:t>
            </a:r>
            <a:endParaRPr dirty="0"/>
          </a:p>
        </p:txBody>
      </p:sp>
      <p:sp>
        <p:nvSpPr>
          <p:cNvPr id="145" name="Google Shape;145;p20"/>
          <p:cNvSpPr/>
          <p:nvPr/>
        </p:nvSpPr>
        <p:spPr>
          <a:xfrm>
            <a:off x="2556238" y="2778186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수정</a:t>
            </a:r>
            <a:r>
              <a:rPr lang="en-US" altLang="ko" dirty="0"/>
              <a:t> </a:t>
            </a:r>
            <a:r>
              <a:rPr lang="ko" dirty="0"/>
              <a:t>선택</a:t>
            </a:r>
            <a:endParaRPr dirty="0"/>
          </a:p>
        </p:txBody>
      </p:sp>
      <p:sp>
        <p:nvSpPr>
          <p:cNvPr id="146" name="Google Shape;146;p20"/>
          <p:cNvSpPr/>
          <p:nvPr/>
        </p:nvSpPr>
        <p:spPr>
          <a:xfrm>
            <a:off x="2556238" y="392681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삭제 선택</a:t>
            </a:r>
            <a:endParaRPr dirty="0"/>
          </a:p>
        </p:txBody>
      </p:sp>
      <p:sp>
        <p:nvSpPr>
          <p:cNvPr id="147" name="Google Shape;147;p20"/>
          <p:cNvSpPr/>
          <p:nvPr/>
        </p:nvSpPr>
        <p:spPr>
          <a:xfrm>
            <a:off x="4594860" y="2771186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정보 출력</a:t>
            </a:r>
            <a:endParaRPr dirty="0"/>
          </a:p>
        </p:txBody>
      </p:sp>
      <p:sp>
        <p:nvSpPr>
          <p:cNvPr id="148" name="Google Shape;148;p20"/>
          <p:cNvSpPr/>
          <p:nvPr/>
        </p:nvSpPr>
        <p:spPr>
          <a:xfrm>
            <a:off x="4594860" y="119578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필수 입력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사항 설정</a:t>
            </a:r>
            <a:endParaRPr dirty="0"/>
          </a:p>
        </p:txBody>
      </p:sp>
      <p:sp>
        <p:nvSpPr>
          <p:cNvPr id="149" name="Google Shape;149;p20"/>
          <p:cNvSpPr/>
          <p:nvPr/>
        </p:nvSpPr>
        <p:spPr>
          <a:xfrm>
            <a:off x="4594860" y="1977033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기재 항목란 추가/삭제</a:t>
            </a:r>
            <a:endParaRPr dirty="0"/>
          </a:p>
        </p:txBody>
      </p:sp>
      <p:sp>
        <p:nvSpPr>
          <p:cNvPr id="150" name="Google Shape;150;p20"/>
          <p:cNvSpPr/>
          <p:nvPr/>
        </p:nvSpPr>
        <p:spPr>
          <a:xfrm>
            <a:off x="4594860" y="392681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재확인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팝업창 출력</a:t>
            </a:r>
            <a:endParaRPr dirty="0"/>
          </a:p>
        </p:txBody>
      </p:sp>
      <p:sp>
        <p:nvSpPr>
          <p:cNvPr id="151" name="Google Shape;151;p20"/>
          <p:cNvSpPr/>
          <p:nvPr/>
        </p:nvSpPr>
        <p:spPr>
          <a:xfrm>
            <a:off x="6633482" y="392681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삭제</a:t>
            </a:r>
            <a:endParaRPr dirty="0"/>
          </a:p>
        </p:txBody>
      </p:sp>
      <p:sp>
        <p:nvSpPr>
          <p:cNvPr id="13" name="Google Shape;76;p15">
            <a:extLst>
              <a:ext uri="{FF2B5EF4-FFF2-40B4-BE49-F238E27FC236}">
                <a16:creationId xmlns:a16="http://schemas.microsoft.com/office/drawing/2014/main" id="{B29F904A-B6ED-42C3-A109-9E4EACF310C4}"/>
              </a:ext>
            </a:extLst>
          </p:cNvPr>
          <p:cNvSpPr/>
          <p:nvPr/>
        </p:nvSpPr>
        <p:spPr>
          <a:xfrm>
            <a:off x="260564" y="71266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</a:rPr>
              <a:t>마이페이지부분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116FFB-FDA6-466F-A6EC-5E721D132760}"/>
              </a:ext>
            </a:extLst>
          </p:cNvPr>
          <p:cNvCxnSpPr>
            <a:stCxn id="143" idx="3"/>
            <a:endCxn id="145" idx="1"/>
          </p:cNvCxnSpPr>
          <p:nvPr/>
        </p:nvCxnSpPr>
        <p:spPr>
          <a:xfrm>
            <a:off x="1910986" y="3059430"/>
            <a:ext cx="645252" cy="13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0652F8-7463-48CE-9578-F94DE58EB11E}"/>
              </a:ext>
            </a:extLst>
          </p:cNvPr>
          <p:cNvCxnSpPr>
            <a:stCxn id="144" idx="1"/>
          </p:cNvCxnSpPr>
          <p:nvPr/>
        </p:nvCxnSpPr>
        <p:spPr>
          <a:xfrm flipH="1">
            <a:off x="2252127" y="1919308"/>
            <a:ext cx="304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728D33-F30A-4FEC-AD5F-732003832F1A}"/>
              </a:ext>
            </a:extLst>
          </p:cNvPr>
          <p:cNvCxnSpPr>
            <a:stCxn id="146" idx="1"/>
          </p:cNvCxnSpPr>
          <p:nvPr/>
        </p:nvCxnSpPr>
        <p:spPr>
          <a:xfrm flipH="1">
            <a:off x="2241964" y="4221279"/>
            <a:ext cx="3142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53A6A03-E5F4-47FC-B958-385625E0AE18}"/>
              </a:ext>
            </a:extLst>
          </p:cNvPr>
          <p:cNvCxnSpPr>
            <a:cxnSpLocks/>
          </p:cNvCxnSpPr>
          <p:nvPr/>
        </p:nvCxnSpPr>
        <p:spPr>
          <a:xfrm flipH="1">
            <a:off x="2241965" y="1919308"/>
            <a:ext cx="10162" cy="2301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79D9C6A-9AB7-4EF8-A37F-4EA94D3A4BBB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3904564" y="1919308"/>
            <a:ext cx="343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CFE4F7D-1B8C-44C0-B4F7-7D47B8A231F1}"/>
              </a:ext>
            </a:extLst>
          </p:cNvPr>
          <p:cNvCxnSpPr>
            <a:cxnSpLocks/>
            <a:stCxn id="148" idx="1"/>
          </p:cNvCxnSpPr>
          <p:nvPr/>
        </p:nvCxnSpPr>
        <p:spPr>
          <a:xfrm flipH="1">
            <a:off x="4247788" y="1490249"/>
            <a:ext cx="347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B2949DA-85AB-4440-9954-A663E51D7DF2}"/>
              </a:ext>
            </a:extLst>
          </p:cNvPr>
          <p:cNvCxnSpPr>
            <a:stCxn id="149" idx="1"/>
          </p:cNvCxnSpPr>
          <p:nvPr/>
        </p:nvCxnSpPr>
        <p:spPr>
          <a:xfrm flipH="1">
            <a:off x="4247788" y="2271495"/>
            <a:ext cx="347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51DA5FF-DC59-4B78-B6AE-E34DF01296FE}"/>
              </a:ext>
            </a:extLst>
          </p:cNvPr>
          <p:cNvCxnSpPr>
            <a:cxnSpLocks/>
          </p:cNvCxnSpPr>
          <p:nvPr/>
        </p:nvCxnSpPr>
        <p:spPr>
          <a:xfrm>
            <a:off x="4247788" y="1490249"/>
            <a:ext cx="0" cy="78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CC42E2D-23EE-4644-9954-47F233D3543C}"/>
              </a:ext>
            </a:extLst>
          </p:cNvPr>
          <p:cNvCxnSpPr>
            <a:stCxn id="145" idx="3"/>
            <a:endCxn id="147" idx="1"/>
          </p:cNvCxnSpPr>
          <p:nvPr/>
        </p:nvCxnSpPr>
        <p:spPr>
          <a:xfrm flipV="1">
            <a:off x="3904564" y="3065648"/>
            <a:ext cx="690296" cy="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485D88F-E84C-471F-AB18-4E0165A68818}"/>
              </a:ext>
            </a:extLst>
          </p:cNvPr>
          <p:cNvCxnSpPr>
            <a:stCxn id="146" idx="3"/>
            <a:endCxn id="150" idx="1"/>
          </p:cNvCxnSpPr>
          <p:nvPr/>
        </p:nvCxnSpPr>
        <p:spPr>
          <a:xfrm>
            <a:off x="3904564" y="4221279"/>
            <a:ext cx="690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D3CCAF6B-4D8C-4A2B-91A6-8AF580A775AB}"/>
              </a:ext>
            </a:extLst>
          </p:cNvPr>
          <p:cNvCxnSpPr>
            <a:stCxn id="150" idx="3"/>
            <a:endCxn id="151" idx="1"/>
          </p:cNvCxnSpPr>
          <p:nvPr/>
        </p:nvCxnSpPr>
        <p:spPr>
          <a:xfrm>
            <a:off x="5943186" y="4221279"/>
            <a:ext cx="690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81;p15">
            <a:extLst>
              <a:ext uri="{FF2B5EF4-FFF2-40B4-BE49-F238E27FC236}">
                <a16:creationId xmlns:a16="http://schemas.microsoft.com/office/drawing/2014/main" id="{C4CB5943-9D96-405D-A050-8B0E9653F08E}"/>
              </a:ext>
            </a:extLst>
          </p:cNvPr>
          <p:cNvSpPr/>
          <p:nvPr/>
        </p:nvSpPr>
        <p:spPr>
          <a:xfrm>
            <a:off x="6590521" y="1527091"/>
            <a:ext cx="1146900" cy="712500"/>
          </a:xfrm>
          <a:prstGeom prst="wedgeRectCallout">
            <a:avLst>
              <a:gd name="adj1" fmla="val -106510"/>
              <a:gd name="adj2" fmla="val -4866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필수 입력 사항 누락 시 </a:t>
            </a:r>
            <a:r>
              <a:rPr lang="ko-KR" altLang="en-US" sz="1200" dirty="0" err="1"/>
              <a:t>경고창</a:t>
            </a:r>
            <a:r>
              <a:rPr lang="ko-KR" altLang="en-US" sz="1200" dirty="0"/>
              <a:t> 출력</a:t>
            </a:r>
            <a:endParaRPr sz="12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6772CB9-BA69-459D-ABF0-947A8578CE54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4C60B59-3EA3-44CE-84E9-E6058FA98BCC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8A03FDD-F9E1-4496-8E7D-16C0EEF423E4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6935B24-68DE-4230-9FDE-4397C51B977A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D17EF60-CE96-4488-B4FB-120976802AE1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8382A80-AA22-4AD7-9262-C4ACCFACEFFF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7A0E06F9-E919-467E-BF3A-5243F3BB0407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04D1320-E1EE-47FF-82AC-4D1001B86951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F18FEB0-9296-4CF1-B298-015121C89B37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958459" y="272235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이력서 관리 </a:t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3183642" y="1311066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공개범위 설정</a:t>
            </a:r>
            <a:endParaRPr dirty="0"/>
          </a:p>
        </p:txBody>
      </p:sp>
      <p:sp>
        <p:nvSpPr>
          <p:cNvPr id="160" name="Google Shape;160;p21"/>
          <p:cNvSpPr/>
          <p:nvPr/>
        </p:nvSpPr>
        <p:spPr>
          <a:xfrm>
            <a:off x="3183642" y="2269319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이력서 </a:t>
            </a:r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목록 출력</a:t>
            </a:r>
          </a:p>
        </p:txBody>
      </p:sp>
      <p:sp>
        <p:nvSpPr>
          <p:cNvPr id="161" name="Google Shape;161;p21"/>
          <p:cNvSpPr/>
          <p:nvPr/>
        </p:nvSpPr>
        <p:spPr>
          <a:xfrm>
            <a:off x="3183642" y="3227572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지원한 이력서 </a:t>
            </a:r>
            <a:r>
              <a:rPr lang="ko-KR" altLang="en-US" sz="1200" dirty="0"/>
              <a:t>개수 출력</a:t>
            </a:r>
            <a:endParaRPr lang="en-US" altLang="ko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</a:t>
            </a:r>
            <a:r>
              <a:rPr lang="ko-KR" altLang="en-US" sz="1200" dirty="0"/>
              <a:t>개인</a:t>
            </a:r>
            <a:r>
              <a:rPr lang="en-US" sz="1200" dirty="0"/>
              <a:t>)</a:t>
            </a:r>
            <a:endParaRPr sz="1200" dirty="0"/>
          </a:p>
        </p:txBody>
      </p:sp>
      <p:sp>
        <p:nvSpPr>
          <p:cNvPr id="162" name="Google Shape;162;p21"/>
          <p:cNvSpPr/>
          <p:nvPr/>
        </p:nvSpPr>
        <p:spPr>
          <a:xfrm>
            <a:off x="3183642" y="4133634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지원된 이력서 </a:t>
            </a:r>
            <a:r>
              <a:rPr lang="ko-KR" altLang="en-US" sz="1200" dirty="0"/>
              <a:t>개수 출력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</a:t>
            </a:r>
            <a:r>
              <a:rPr lang="ko-KR" altLang="en-US" sz="1200" dirty="0"/>
              <a:t>기업</a:t>
            </a:r>
            <a:r>
              <a:rPr lang="en-US" sz="1200" dirty="0"/>
              <a:t>)</a:t>
            </a:r>
            <a:endParaRPr sz="1200" dirty="0"/>
          </a:p>
        </p:txBody>
      </p:sp>
      <p:sp>
        <p:nvSpPr>
          <p:cNvPr id="163" name="Google Shape;163;p21"/>
          <p:cNvSpPr/>
          <p:nvPr/>
        </p:nvSpPr>
        <p:spPr>
          <a:xfrm>
            <a:off x="5408826" y="227728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이력서 </a:t>
            </a:r>
            <a:r>
              <a:rPr lang="ko" sz="1300" dirty="0"/>
              <a:t>부재시 </a:t>
            </a:r>
            <a:endParaRPr lang="en-US" altLang="ko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dirty="0"/>
              <a:t>팝업 </a:t>
            </a:r>
            <a:r>
              <a:rPr lang="ko-KR" altLang="en-US" sz="1300" dirty="0"/>
              <a:t>출</a:t>
            </a:r>
            <a:r>
              <a:rPr lang="ko" sz="1300" dirty="0"/>
              <a:t>력</a:t>
            </a:r>
            <a:endParaRPr sz="1300" dirty="0"/>
          </a:p>
        </p:txBody>
      </p:sp>
      <p:sp>
        <p:nvSpPr>
          <p:cNvPr id="164" name="Google Shape;164;p21"/>
          <p:cNvSpPr/>
          <p:nvPr/>
        </p:nvSpPr>
        <p:spPr>
          <a:xfrm>
            <a:off x="5408826" y="3680603"/>
            <a:ext cx="1348326" cy="588924"/>
          </a:xfrm>
          <a:prstGeom prst="flowChartTerminator">
            <a:avLst/>
          </a:prstGeom>
          <a:solidFill>
            <a:srgbClr val="EEEEE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 이력서 </a:t>
            </a:r>
            <a:r>
              <a:rPr lang="ko-KR" altLang="en-US" dirty="0"/>
              <a:t>목록 </a:t>
            </a:r>
            <a:r>
              <a:rPr lang="en-US" altLang="ko-KR" dirty="0"/>
              <a:t>/</a:t>
            </a:r>
            <a:r>
              <a:rPr lang="ko" dirty="0"/>
              <a:t>상세 조회</a:t>
            </a:r>
            <a:endParaRPr dirty="0"/>
          </a:p>
        </p:txBody>
      </p:sp>
      <p:sp>
        <p:nvSpPr>
          <p:cNvPr id="11" name="Google Shape;76;p15">
            <a:extLst>
              <a:ext uri="{FF2B5EF4-FFF2-40B4-BE49-F238E27FC236}">
                <a16:creationId xmlns:a16="http://schemas.microsoft.com/office/drawing/2014/main" id="{CA1B74DD-24B0-4301-BC7D-D1DE3D0C9CDA}"/>
              </a:ext>
            </a:extLst>
          </p:cNvPr>
          <p:cNvSpPr/>
          <p:nvPr/>
        </p:nvSpPr>
        <p:spPr>
          <a:xfrm>
            <a:off x="158118" y="73269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마이페이지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Google Shape;163;p21">
            <a:extLst>
              <a:ext uri="{FF2B5EF4-FFF2-40B4-BE49-F238E27FC236}">
                <a16:creationId xmlns:a16="http://schemas.microsoft.com/office/drawing/2014/main" id="{A0540F4C-7B72-40B2-AABA-BFA6C877C0AB}"/>
              </a:ext>
            </a:extLst>
          </p:cNvPr>
          <p:cNvSpPr/>
          <p:nvPr/>
        </p:nvSpPr>
        <p:spPr>
          <a:xfrm>
            <a:off x="5408826" y="1307265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공개 </a:t>
            </a:r>
            <a:r>
              <a:rPr lang="en-US" altLang="ko-KR" dirty="0"/>
              <a:t>/ </a:t>
            </a:r>
            <a:r>
              <a:rPr lang="ko-KR" altLang="en-US" dirty="0"/>
              <a:t>비공개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설정</a:t>
            </a:r>
            <a:endParaRPr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0194B72-518D-477C-84B7-EF2312007B9F}"/>
              </a:ext>
            </a:extLst>
          </p:cNvPr>
          <p:cNvCxnSpPr>
            <a:stCxn id="158" idx="3"/>
          </p:cNvCxnSpPr>
          <p:nvPr/>
        </p:nvCxnSpPr>
        <p:spPr>
          <a:xfrm flipV="1">
            <a:off x="2306785" y="3011601"/>
            <a:ext cx="423066" cy="5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D19472-7F22-48A6-80C1-038403F11ED3}"/>
              </a:ext>
            </a:extLst>
          </p:cNvPr>
          <p:cNvCxnSpPr>
            <a:stCxn id="159" idx="1"/>
          </p:cNvCxnSpPr>
          <p:nvPr/>
        </p:nvCxnSpPr>
        <p:spPr>
          <a:xfrm flipH="1">
            <a:off x="2729851" y="1605528"/>
            <a:ext cx="453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761B35E-E0A0-485A-8F87-ABE056072216}"/>
              </a:ext>
            </a:extLst>
          </p:cNvPr>
          <p:cNvCxnSpPr>
            <a:stCxn id="162" idx="1"/>
          </p:cNvCxnSpPr>
          <p:nvPr/>
        </p:nvCxnSpPr>
        <p:spPr>
          <a:xfrm flipH="1">
            <a:off x="2729851" y="4428096"/>
            <a:ext cx="453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934E24B-6627-4B57-B05E-42434445FA8A}"/>
              </a:ext>
            </a:extLst>
          </p:cNvPr>
          <p:cNvCxnSpPr/>
          <p:nvPr/>
        </p:nvCxnSpPr>
        <p:spPr>
          <a:xfrm>
            <a:off x="2729851" y="1605528"/>
            <a:ext cx="0" cy="2822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82B7C36-97A5-4597-B25E-68B74FCC5AB0}"/>
              </a:ext>
            </a:extLst>
          </p:cNvPr>
          <p:cNvCxnSpPr>
            <a:endCxn id="160" idx="1"/>
          </p:cNvCxnSpPr>
          <p:nvPr/>
        </p:nvCxnSpPr>
        <p:spPr>
          <a:xfrm>
            <a:off x="2729851" y="2563781"/>
            <a:ext cx="453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728B197-792C-45B9-99BE-2DCD1351A0C3}"/>
              </a:ext>
            </a:extLst>
          </p:cNvPr>
          <p:cNvCxnSpPr>
            <a:stCxn id="161" idx="1"/>
          </p:cNvCxnSpPr>
          <p:nvPr/>
        </p:nvCxnSpPr>
        <p:spPr>
          <a:xfrm flipH="1">
            <a:off x="2729851" y="3522034"/>
            <a:ext cx="453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0D4FE0-290F-471C-A767-6389FB6E1B8D}"/>
              </a:ext>
            </a:extLst>
          </p:cNvPr>
          <p:cNvCxnSpPr>
            <a:stCxn id="159" idx="3"/>
            <a:endCxn id="12" idx="1"/>
          </p:cNvCxnSpPr>
          <p:nvPr/>
        </p:nvCxnSpPr>
        <p:spPr>
          <a:xfrm flipV="1">
            <a:off x="4531968" y="1601727"/>
            <a:ext cx="876858" cy="3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7AF05B9-2055-4270-A6F3-48E51C2F09EC}"/>
              </a:ext>
            </a:extLst>
          </p:cNvPr>
          <p:cNvCxnSpPr>
            <a:stCxn id="160" idx="3"/>
            <a:endCxn id="163" idx="1"/>
          </p:cNvCxnSpPr>
          <p:nvPr/>
        </p:nvCxnSpPr>
        <p:spPr>
          <a:xfrm>
            <a:off x="4531968" y="2563781"/>
            <a:ext cx="876858" cy="7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A02EFCD-43CD-4E8E-8139-1B3E31D48BB4}"/>
              </a:ext>
            </a:extLst>
          </p:cNvPr>
          <p:cNvCxnSpPr>
            <a:stCxn id="161" idx="3"/>
          </p:cNvCxnSpPr>
          <p:nvPr/>
        </p:nvCxnSpPr>
        <p:spPr>
          <a:xfrm>
            <a:off x="4531968" y="3522034"/>
            <a:ext cx="3804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D5D19F3-BE6B-4B34-90D0-11287AAEF9BE}"/>
              </a:ext>
            </a:extLst>
          </p:cNvPr>
          <p:cNvCxnSpPr>
            <a:stCxn id="162" idx="3"/>
          </p:cNvCxnSpPr>
          <p:nvPr/>
        </p:nvCxnSpPr>
        <p:spPr>
          <a:xfrm>
            <a:off x="4531968" y="4428096"/>
            <a:ext cx="387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DD58034-889F-405F-A90E-8549CCB97F2D}"/>
              </a:ext>
            </a:extLst>
          </p:cNvPr>
          <p:cNvCxnSpPr/>
          <p:nvPr/>
        </p:nvCxnSpPr>
        <p:spPr>
          <a:xfrm>
            <a:off x="4912397" y="3522034"/>
            <a:ext cx="0" cy="906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8E06A29-5D53-4D97-8792-E7491DA729F9}"/>
              </a:ext>
            </a:extLst>
          </p:cNvPr>
          <p:cNvCxnSpPr>
            <a:stCxn id="164" idx="1"/>
          </p:cNvCxnSpPr>
          <p:nvPr/>
        </p:nvCxnSpPr>
        <p:spPr>
          <a:xfrm flipH="1">
            <a:off x="4919072" y="3975065"/>
            <a:ext cx="489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3D9C618-B140-41B7-B414-86AD70B70CA6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5EE1C0A-5DA8-4AC9-9765-EF1CAD8469D7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6117807-3907-43B6-AC4B-41FE786E1301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7C6AD54-E93D-47B0-9B95-1E45B06C8FCC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4ADC87B-A830-4325-A40D-4FCA30ADBF21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A05589C-E9E0-4521-82D9-A0E4120625C0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5F5480A-7FE3-4B75-A488-97FF4866BE5D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9D65DFD-9D9F-4955-9C63-667D17673E36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DDAAA7C-A9B4-4BF3-A6C4-B7F6C325FC73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31717" y="71900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마이페이지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131923" y="253583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캘린더 관리</a:t>
            </a:r>
            <a:endParaRPr dirty="0"/>
          </a:p>
        </p:txBody>
      </p:sp>
      <p:sp>
        <p:nvSpPr>
          <p:cNvPr id="6" name="Google Shape;158;p21">
            <a:extLst>
              <a:ext uri="{FF2B5EF4-FFF2-40B4-BE49-F238E27FC236}">
                <a16:creationId xmlns:a16="http://schemas.microsoft.com/office/drawing/2014/main" id="{24866C05-A68C-4D3E-A740-734FBAF5355F}"/>
              </a:ext>
            </a:extLst>
          </p:cNvPr>
          <p:cNvSpPr/>
          <p:nvPr/>
        </p:nvSpPr>
        <p:spPr>
          <a:xfrm>
            <a:off x="3310960" y="253583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/>
              <a:t>관심기업 채용 정보 자동 반영</a:t>
            </a:r>
            <a:endParaRPr sz="1100" dirty="0"/>
          </a:p>
        </p:txBody>
      </p:sp>
      <p:sp>
        <p:nvSpPr>
          <p:cNvPr id="7" name="Google Shape;158;p21">
            <a:extLst>
              <a:ext uri="{FF2B5EF4-FFF2-40B4-BE49-F238E27FC236}">
                <a16:creationId xmlns:a16="http://schemas.microsoft.com/office/drawing/2014/main" id="{57104C0F-3628-4540-B05B-CC1F704F4AFC}"/>
              </a:ext>
            </a:extLst>
          </p:cNvPr>
          <p:cNvSpPr/>
          <p:nvPr/>
        </p:nvSpPr>
        <p:spPr>
          <a:xfrm>
            <a:off x="3315076" y="3813580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개인 일정</a:t>
            </a:r>
            <a:endParaRPr dirty="0"/>
          </a:p>
        </p:txBody>
      </p:sp>
      <p:sp>
        <p:nvSpPr>
          <p:cNvPr id="8" name="Google Shape;158;p21">
            <a:extLst>
              <a:ext uri="{FF2B5EF4-FFF2-40B4-BE49-F238E27FC236}">
                <a16:creationId xmlns:a16="http://schemas.microsoft.com/office/drawing/2014/main" id="{AAF6BC03-CFB4-47D0-A0FE-B7A19C41CF58}"/>
              </a:ext>
            </a:extLst>
          </p:cNvPr>
          <p:cNvSpPr/>
          <p:nvPr/>
        </p:nvSpPr>
        <p:spPr>
          <a:xfrm>
            <a:off x="3315076" y="1304278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/>
              <a:t>관심 채용 공고 자동 반영</a:t>
            </a:r>
            <a:endParaRPr sz="1100" dirty="0"/>
          </a:p>
        </p:txBody>
      </p:sp>
      <p:sp>
        <p:nvSpPr>
          <p:cNvPr id="13" name="Google Shape;93;p16">
            <a:extLst>
              <a:ext uri="{FF2B5EF4-FFF2-40B4-BE49-F238E27FC236}">
                <a16:creationId xmlns:a16="http://schemas.microsoft.com/office/drawing/2014/main" id="{1DE78BEF-FFC7-4C71-B957-646803C28B1B}"/>
              </a:ext>
            </a:extLst>
          </p:cNvPr>
          <p:cNvSpPr/>
          <p:nvPr/>
        </p:nvSpPr>
        <p:spPr>
          <a:xfrm>
            <a:off x="5476649" y="3251025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일정 카테고리 선택</a:t>
            </a:r>
            <a:endParaRPr sz="1200" dirty="0"/>
          </a:p>
        </p:txBody>
      </p:sp>
      <p:sp>
        <p:nvSpPr>
          <p:cNvPr id="15" name="Google Shape;93;p16">
            <a:extLst>
              <a:ext uri="{FF2B5EF4-FFF2-40B4-BE49-F238E27FC236}">
                <a16:creationId xmlns:a16="http://schemas.microsoft.com/office/drawing/2014/main" id="{A33B208E-0ADE-40F7-B3C6-CA02FA099B2F}"/>
              </a:ext>
            </a:extLst>
          </p:cNvPr>
          <p:cNvSpPr/>
          <p:nvPr/>
        </p:nvSpPr>
        <p:spPr>
          <a:xfrm>
            <a:off x="5476649" y="3918425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일정 수정</a:t>
            </a:r>
            <a:endParaRPr dirty="0"/>
          </a:p>
        </p:txBody>
      </p:sp>
      <p:sp>
        <p:nvSpPr>
          <p:cNvPr id="16" name="Google Shape;93;p16">
            <a:extLst>
              <a:ext uri="{FF2B5EF4-FFF2-40B4-BE49-F238E27FC236}">
                <a16:creationId xmlns:a16="http://schemas.microsoft.com/office/drawing/2014/main" id="{F5292B71-F7B1-45EC-AF83-6D32DEBD2E54}"/>
              </a:ext>
            </a:extLst>
          </p:cNvPr>
          <p:cNvSpPr/>
          <p:nvPr/>
        </p:nvSpPr>
        <p:spPr>
          <a:xfrm>
            <a:off x="5476649" y="4585825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일정 삭제</a:t>
            </a:r>
            <a:endParaRPr dirty="0"/>
          </a:p>
        </p:txBody>
      </p:sp>
      <p:sp>
        <p:nvSpPr>
          <p:cNvPr id="17" name="Google Shape;93;p16">
            <a:extLst>
              <a:ext uri="{FF2B5EF4-FFF2-40B4-BE49-F238E27FC236}">
                <a16:creationId xmlns:a16="http://schemas.microsoft.com/office/drawing/2014/main" id="{7D5BF9A5-D558-4503-A0A9-E22B325D4667}"/>
              </a:ext>
            </a:extLst>
          </p:cNvPr>
          <p:cNvSpPr/>
          <p:nvPr/>
        </p:nvSpPr>
        <p:spPr>
          <a:xfrm>
            <a:off x="7338822" y="3251025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일정 등록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5B9A47F-4E4F-4AB9-AC03-78A339951E25}"/>
              </a:ext>
            </a:extLst>
          </p:cNvPr>
          <p:cNvCxnSpPr>
            <a:stCxn id="8" idx="1"/>
          </p:cNvCxnSpPr>
          <p:nvPr/>
        </p:nvCxnSpPr>
        <p:spPr>
          <a:xfrm flipH="1">
            <a:off x="2924189" y="1598740"/>
            <a:ext cx="390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908E238-3A7E-4219-9212-E12C61F52C89}"/>
              </a:ext>
            </a:extLst>
          </p:cNvPr>
          <p:cNvCxnSpPr>
            <a:cxnSpLocks/>
          </p:cNvCxnSpPr>
          <p:nvPr/>
        </p:nvCxnSpPr>
        <p:spPr>
          <a:xfrm>
            <a:off x="2917514" y="1598740"/>
            <a:ext cx="6675" cy="2503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84100A5-AFF8-485D-ADB9-AA22457A4C0C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2924189" y="4102106"/>
            <a:ext cx="390887" cy="5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5F4D3AE-2B94-4E29-90DB-C52381E79F1B}"/>
              </a:ext>
            </a:extLst>
          </p:cNvPr>
          <p:cNvCxnSpPr>
            <a:stCxn id="6" idx="1"/>
          </p:cNvCxnSpPr>
          <p:nvPr/>
        </p:nvCxnSpPr>
        <p:spPr>
          <a:xfrm flipH="1">
            <a:off x="2924189" y="2830299"/>
            <a:ext cx="3867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CABA486-2068-49F3-AD57-940381CEE4B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480249" y="2830299"/>
            <a:ext cx="443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B9FB8F5-9410-40FF-B257-CB1B2549691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663402" y="4108042"/>
            <a:ext cx="456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1CB886B-4AD6-44D8-9214-EA3BC53A6965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5120084" y="3434706"/>
            <a:ext cx="356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71362470-3873-48CD-A948-EEB071A12194}"/>
              </a:ext>
            </a:extLst>
          </p:cNvPr>
          <p:cNvCxnSpPr/>
          <p:nvPr/>
        </p:nvCxnSpPr>
        <p:spPr>
          <a:xfrm>
            <a:off x="5120084" y="3434706"/>
            <a:ext cx="0" cy="133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7AE1728C-F256-4151-AE96-ECDA04363090}"/>
              </a:ext>
            </a:extLst>
          </p:cNvPr>
          <p:cNvCxnSpPr>
            <a:stCxn id="16" idx="1"/>
          </p:cNvCxnSpPr>
          <p:nvPr/>
        </p:nvCxnSpPr>
        <p:spPr>
          <a:xfrm flipH="1">
            <a:off x="5120084" y="4769506"/>
            <a:ext cx="356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7F61904-B390-4A35-ACE2-6711C42FB1D9}"/>
              </a:ext>
            </a:extLst>
          </p:cNvPr>
          <p:cNvCxnSpPr>
            <a:cxnSpLocks/>
          </p:cNvCxnSpPr>
          <p:nvPr/>
        </p:nvCxnSpPr>
        <p:spPr>
          <a:xfrm>
            <a:off x="5120084" y="4108780"/>
            <a:ext cx="356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DC26E49-ACED-4AF4-B2D8-6525339E543B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6824975" y="3434706"/>
            <a:ext cx="5138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671448C-6BA5-4BF4-97E3-D6377873999C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48BD0E8-15DD-45DD-9174-2015D8A76468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632AD93-36E8-4D32-9675-9CC17EF78E77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8D96EFA-D6DA-4481-8EE4-7096F676C62E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5152125-75E1-4641-81FE-E6F5CFD663E5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E91250A-802B-4BD0-95A2-2FC9285A9351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7B72472-99A9-43A8-B9C4-7165BDEE8D1E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4C9E447-F565-4CF2-BDC8-61F64EBAD586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2CEC971-52B4-49E7-A39E-189533019206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2679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마이페이지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451518" y="2571750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관심 기업 관리</a:t>
            </a:r>
            <a:endParaRPr dirty="0"/>
          </a:p>
        </p:txBody>
      </p:sp>
      <p:sp>
        <p:nvSpPr>
          <p:cNvPr id="23" name="Google Shape;158;p21">
            <a:extLst>
              <a:ext uri="{FF2B5EF4-FFF2-40B4-BE49-F238E27FC236}">
                <a16:creationId xmlns:a16="http://schemas.microsoft.com/office/drawing/2014/main" id="{098E914A-9EA7-45E7-B273-FEEF807B1D69}"/>
              </a:ext>
            </a:extLst>
          </p:cNvPr>
          <p:cNvSpPr/>
          <p:nvPr/>
        </p:nvSpPr>
        <p:spPr>
          <a:xfrm>
            <a:off x="3793050" y="2571750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알림 기능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On/off</a:t>
            </a:r>
            <a:endParaRPr dirty="0"/>
          </a:p>
        </p:txBody>
      </p:sp>
      <p:sp>
        <p:nvSpPr>
          <p:cNvPr id="25" name="Google Shape;158;p21">
            <a:extLst>
              <a:ext uri="{FF2B5EF4-FFF2-40B4-BE49-F238E27FC236}">
                <a16:creationId xmlns:a16="http://schemas.microsoft.com/office/drawing/2014/main" id="{28470EF0-1413-46C0-B9E2-9ADD5B2FA9C2}"/>
              </a:ext>
            </a:extLst>
          </p:cNvPr>
          <p:cNvSpPr/>
          <p:nvPr/>
        </p:nvSpPr>
        <p:spPr>
          <a:xfrm>
            <a:off x="3793050" y="1452388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등록된 관심 기업 조회</a:t>
            </a:r>
            <a:endParaRPr dirty="0"/>
          </a:p>
        </p:txBody>
      </p:sp>
      <p:sp>
        <p:nvSpPr>
          <p:cNvPr id="27" name="Google Shape;158;p21">
            <a:extLst>
              <a:ext uri="{FF2B5EF4-FFF2-40B4-BE49-F238E27FC236}">
                <a16:creationId xmlns:a16="http://schemas.microsoft.com/office/drawing/2014/main" id="{5F9937C4-4458-48AF-AFB2-66DA4B0EB17E}"/>
              </a:ext>
            </a:extLst>
          </p:cNvPr>
          <p:cNvSpPr/>
          <p:nvPr/>
        </p:nvSpPr>
        <p:spPr>
          <a:xfrm>
            <a:off x="3793050" y="366270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관심 기업 삭제</a:t>
            </a:r>
            <a:endParaRPr dirty="0"/>
          </a:p>
        </p:txBody>
      </p:sp>
      <p:sp>
        <p:nvSpPr>
          <p:cNvPr id="28" name="Google Shape;158;p21">
            <a:extLst>
              <a:ext uri="{FF2B5EF4-FFF2-40B4-BE49-F238E27FC236}">
                <a16:creationId xmlns:a16="http://schemas.microsoft.com/office/drawing/2014/main" id="{01C14FA7-BEA7-48B6-A8BE-42C7EC39C57C}"/>
              </a:ext>
            </a:extLst>
          </p:cNvPr>
          <p:cNvSpPr/>
          <p:nvPr/>
        </p:nvSpPr>
        <p:spPr>
          <a:xfrm>
            <a:off x="5935635" y="1451679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관심 기업 목록 출력</a:t>
            </a:r>
            <a:endParaRPr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B80D1DE-6AA7-4DDA-8564-B63C5DF02C1F}"/>
              </a:ext>
            </a:extLst>
          </p:cNvPr>
          <p:cNvCxnSpPr>
            <a:endCxn id="23" idx="1"/>
          </p:cNvCxnSpPr>
          <p:nvPr/>
        </p:nvCxnSpPr>
        <p:spPr>
          <a:xfrm>
            <a:off x="2799844" y="2866212"/>
            <a:ext cx="9932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A259EA9-85F2-4236-9BBE-1B90B9B9DE01}"/>
              </a:ext>
            </a:extLst>
          </p:cNvPr>
          <p:cNvCxnSpPr>
            <a:stCxn id="25" idx="1"/>
          </p:cNvCxnSpPr>
          <p:nvPr/>
        </p:nvCxnSpPr>
        <p:spPr>
          <a:xfrm flipH="1" flipV="1">
            <a:off x="3296447" y="1746141"/>
            <a:ext cx="496603" cy="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C8EA07C-5DCD-4011-B001-4F745AEBDA1A}"/>
              </a:ext>
            </a:extLst>
          </p:cNvPr>
          <p:cNvCxnSpPr/>
          <p:nvPr/>
        </p:nvCxnSpPr>
        <p:spPr>
          <a:xfrm flipH="1" flipV="1">
            <a:off x="3296446" y="3990430"/>
            <a:ext cx="496603" cy="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6263F7E-D18F-4B22-AC87-8C42195076E8}"/>
              </a:ext>
            </a:extLst>
          </p:cNvPr>
          <p:cNvCxnSpPr/>
          <p:nvPr/>
        </p:nvCxnSpPr>
        <p:spPr>
          <a:xfrm>
            <a:off x="3296446" y="1746141"/>
            <a:ext cx="0" cy="2244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742A3AF-28F1-4F86-811B-CF78489A01BF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 flipV="1">
            <a:off x="5141376" y="1746141"/>
            <a:ext cx="794259" cy="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C2815AC-BAEE-48E6-9060-1CEDA5357875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908B437-638C-4DCF-A4AD-3E9DF2CC89FE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1F1403D-3638-4346-B3A7-13914C5BD1BF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D9817C4-571A-41D3-9F4F-C13A5A87FC9B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2F5E0E6-27EF-409B-B7B9-AA628AF9BAA6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04A3AE7-70B9-4DC2-9496-CB021A09B1C8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938B0C5-2EE2-4EA7-8BB9-DAF271C32035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405719D-6A58-4EC8-8F97-1A875E9EFECD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0F5C151-3F81-48EF-85FF-98730A660A17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062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2679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마이페이지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2702826" y="1730615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인재 정보 관리</a:t>
            </a:r>
            <a:endParaRPr dirty="0"/>
          </a:p>
        </p:txBody>
      </p:sp>
      <p:sp>
        <p:nvSpPr>
          <p:cNvPr id="15" name="Google Shape;158;p21">
            <a:extLst>
              <a:ext uri="{FF2B5EF4-FFF2-40B4-BE49-F238E27FC236}">
                <a16:creationId xmlns:a16="http://schemas.microsoft.com/office/drawing/2014/main" id="{3BF8F92D-FA15-4AA8-8549-816180571909}"/>
              </a:ext>
            </a:extLst>
          </p:cNvPr>
          <p:cNvSpPr/>
          <p:nvPr/>
        </p:nvSpPr>
        <p:spPr>
          <a:xfrm>
            <a:off x="2702826" y="2787931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기업 정보 관리</a:t>
            </a:r>
            <a:endParaRPr dirty="0"/>
          </a:p>
        </p:txBody>
      </p:sp>
      <p:sp>
        <p:nvSpPr>
          <p:cNvPr id="16" name="Google Shape;158;p21">
            <a:extLst>
              <a:ext uri="{FF2B5EF4-FFF2-40B4-BE49-F238E27FC236}">
                <a16:creationId xmlns:a16="http://schemas.microsoft.com/office/drawing/2014/main" id="{36B2080A-1362-443D-A262-373835E3B2E5}"/>
              </a:ext>
            </a:extLst>
          </p:cNvPr>
          <p:cNvSpPr/>
          <p:nvPr/>
        </p:nvSpPr>
        <p:spPr>
          <a:xfrm>
            <a:off x="2702826" y="3799636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채용 공고 관리</a:t>
            </a:r>
            <a:endParaRPr dirty="0"/>
          </a:p>
        </p:txBody>
      </p:sp>
      <p:sp>
        <p:nvSpPr>
          <p:cNvPr id="17" name="Google Shape;158;p21">
            <a:extLst>
              <a:ext uri="{FF2B5EF4-FFF2-40B4-BE49-F238E27FC236}">
                <a16:creationId xmlns:a16="http://schemas.microsoft.com/office/drawing/2014/main" id="{FC7FF177-5DF6-4DF5-9BFC-6F5F2C5B3FC1}"/>
              </a:ext>
            </a:extLst>
          </p:cNvPr>
          <p:cNvSpPr/>
          <p:nvPr/>
        </p:nvSpPr>
        <p:spPr>
          <a:xfrm>
            <a:off x="5290252" y="4083767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해당 정보 삭제</a:t>
            </a:r>
            <a:endParaRPr dirty="0"/>
          </a:p>
        </p:txBody>
      </p:sp>
      <p:sp>
        <p:nvSpPr>
          <p:cNvPr id="18" name="Google Shape;158;p21">
            <a:extLst>
              <a:ext uri="{FF2B5EF4-FFF2-40B4-BE49-F238E27FC236}">
                <a16:creationId xmlns:a16="http://schemas.microsoft.com/office/drawing/2014/main" id="{521C407A-820F-4818-A0A5-D09C2D000912}"/>
              </a:ext>
            </a:extLst>
          </p:cNvPr>
          <p:cNvSpPr/>
          <p:nvPr/>
        </p:nvSpPr>
        <p:spPr>
          <a:xfrm>
            <a:off x="5261462" y="319513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해당 정보 수정</a:t>
            </a:r>
            <a:endParaRPr dirty="0"/>
          </a:p>
        </p:txBody>
      </p:sp>
      <p:sp>
        <p:nvSpPr>
          <p:cNvPr id="19" name="Google Shape;158;p21">
            <a:extLst>
              <a:ext uri="{FF2B5EF4-FFF2-40B4-BE49-F238E27FC236}">
                <a16:creationId xmlns:a16="http://schemas.microsoft.com/office/drawing/2014/main" id="{E064FB1E-85A9-47C0-9992-AB11BAF5CF11}"/>
              </a:ext>
            </a:extLst>
          </p:cNvPr>
          <p:cNvSpPr/>
          <p:nvPr/>
        </p:nvSpPr>
        <p:spPr>
          <a:xfrm>
            <a:off x="5261462" y="2306511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해당 정보 등록</a:t>
            </a:r>
            <a:endParaRPr dirty="0"/>
          </a:p>
        </p:txBody>
      </p:sp>
      <p:sp>
        <p:nvSpPr>
          <p:cNvPr id="21" name="Google Shape;158;p21">
            <a:extLst>
              <a:ext uri="{FF2B5EF4-FFF2-40B4-BE49-F238E27FC236}">
                <a16:creationId xmlns:a16="http://schemas.microsoft.com/office/drawing/2014/main" id="{82D1D021-9E01-46FC-ACF9-07F9202C6ED1}"/>
              </a:ext>
            </a:extLst>
          </p:cNvPr>
          <p:cNvSpPr/>
          <p:nvPr/>
        </p:nvSpPr>
        <p:spPr>
          <a:xfrm>
            <a:off x="5290252" y="141788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해당 정보 조회</a:t>
            </a:r>
            <a:endParaRPr dirty="0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D1918F97-03F0-4F31-9C91-C63F1617D351}"/>
              </a:ext>
            </a:extLst>
          </p:cNvPr>
          <p:cNvSpPr/>
          <p:nvPr/>
        </p:nvSpPr>
        <p:spPr>
          <a:xfrm>
            <a:off x="4045775" y="2006119"/>
            <a:ext cx="280333" cy="2042382"/>
          </a:xfrm>
          <a:custGeom>
            <a:avLst/>
            <a:gdLst>
              <a:gd name="connsiteX0" fmla="*/ 0 w 280333"/>
              <a:gd name="connsiteY0" fmla="*/ 0 h 2042382"/>
              <a:gd name="connsiteX1" fmla="*/ 280327 w 280333"/>
              <a:gd name="connsiteY1" fmla="*/ 1081261 h 2042382"/>
              <a:gd name="connsiteX2" fmla="*/ 6675 w 280333"/>
              <a:gd name="connsiteY2" fmla="*/ 2042382 h 204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333" h="2042382">
                <a:moveTo>
                  <a:pt x="0" y="0"/>
                </a:moveTo>
                <a:cubicBezTo>
                  <a:pt x="139607" y="370432"/>
                  <a:pt x="279215" y="740864"/>
                  <a:pt x="280327" y="1081261"/>
                </a:cubicBezTo>
                <a:cubicBezTo>
                  <a:pt x="281439" y="1421658"/>
                  <a:pt x="144057" y="1732020"/>
                  <a:pt x="6675" y="204238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5C83FFD5-43C1-4D1D-9B9A-C5FF02DD2F1C}"/>
              </a:ext>
            </a:extLst>
          </p:cNvPr>
          <p:cNvSpPr/>
          <p:nvPr/>
        </p:nvSpPr>
        <p:spPr>
          <a:xfrm>
            <a:off x="4960170" y="1672395"/>
            <a:ext cx="327053" cy="2696479"/>
          </a:xfrm>
          <a:custGeom>
            <a:avLst/>
            <a:gdLst>
              <a:gd name="connsiteX0" fmla="*/ 327053 w 327053"/>
              <a:gd name="connsiteY0" fmla="*/ 0 h 2696479"/>
              <a:gd name="connsiteX1" fmla="*/ 5 w 327053"/>
              <a:gd name="connsiteY1" fmla="*/ 1414984 h 2696479"/>
              <a:gd name="connsiteX2" fmla="*/ 320379 w 327053"/>
              <a:gd name="connsiteY2" fmla="*/ 2696479 h 2696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53" h="2696479">
                <a:moveTo>
                  <a:pt x="327053" y="0"/>
                </a:moveTo>
                <a:cubicBezTo>
                  <a:pt x="164085" y="482785"/>
                  <a:pt x="1117" y="965571"/>
                  <a:pt x="5" y="1414984"/>
                </a:cubicBezTo>
                <a:cubicBezTo>
                  <a:pt x="-1107" y="1864397"/>
                  <a:pt x="159636" y="2280438"/>
                  <a:pt x="320379" y="2696479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0018CD-6F14-413E-B4BF-11949D71183F}"/>
              </a:ext>
            </a:extLst>
          </p:cNvPr>
          <p:cNvCxnSpPr>
            <a:cxnSpLocks/>
            <a:stCxn id="3" idx="1"/>
            <a:endCxn id="6" idx="1"/>
          </p:cNvCxnSpPr>
          <p:nvPr/>
        </p:nvCxnSpPr>
        <p:spPr>
          <a:xfrm flipV="1">
            <a:off x="4326102" y="3087379"/>
            <a:ext cx="6340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BAA7EEC-220E-47FB-AB48-778B6D21CFC3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>
            <a:off x="4051152" y="3082393"/>
            <a:ext cx="274950" cy="4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7CBC14D-EF18-4FEF-B802-F967B8429901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013571" y="2600973"/>
            <a:ext cx="2478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007352E-A5B2-4C59-AE22-727A06D02A57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995770" y="3489601"/>
            <a:ext cx="265692" cy="6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C184A7D-DCA9-438E-A3F8-F710CA0B4765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238B4D0-192D-442D-83F6-183476223C7F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4FA19C72-CC85-499F-8171-4DE1F6E9137B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C194B5C-F557-4AD5-9E86-1F882DA134CC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0270FE3-8C66-40EA-A858-67BFF11B27A6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D5063D4-E9D3-4515-9569-C45E9BC86A7F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E5EE7A1-0188-4152-BED8-751B26DDC97E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98CA5C7-353B-4F9D-A19E-3F9CD15D5690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B2AB035-4E34-4251-955A-21240D58B493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097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58384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마이페이지 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773909" y="2123140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관심 인재 관리</a:t>
            </a:r>
            <a:endParaRPr dirty="0"/>
          </a:p>
        </p:txBody>
      </p:sp>
      <p:sp>
        <p:nvSpPr>
          <p:cNvPr id="15" name="Google Shape;158;p21">
            <a:extLst>
              <a:ext uri="{FF2B5EF4-FFF2-40B4-BE49-F238E27FC236}">
                <a16:creationId xmlns:a16="http://schemas.microsoft.com/office/drawing/2014/main" id="{3BF8F92D-FA15-4AA8-8549-816180571909}"/>
              </a:ext>
            </a:extLst>
          </p:cNvPr>
          <p:cNvSpPr/>
          <p:nvPr/>
        </p:nvSpPr>
        <p:spPr>
          <a:xfrm>
            <a:off x="1773909" y="3991903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서비스 구매</a:t>
            </a:r>
            <a:endParaRPr dirty="0"/>
          </a:p>
        </p:txBody>
      </p:sp>
      <p:sp>
        <p:nvSpPr>
          <p:cNvPr id="20" name="Google Shape;158;p21">
            <a:extLst>
              <a:ext uri="{FF2B5EF4-FFF2-40B4-BE49-F238E27FC236}">
                <a16:creationId xmlns:a16="http://schemas.microsoft.com/office/drawing/2014/main" id="{3BFA939F-D533-42F0-8A52-489F03D6BC3E}"/>
              </a:ext>
            </a:extLst>
          </p:cNvPr>
          <p:cNvSpPr/>
          <p:nvPr/>
        </p:nvSpPr>
        <p:spPr>
          <a:xfrm>
            <a:off x="3654992" y="1324164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관심 </a:t>
            </a:r>
            <a:endParaRPr lang="en-US" altLang="ko-KR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인재</a:t>
            </a:r>
            <a:r>
              <a:rPr lang="en-US" altLang="ko-KR" sz="1300" dirty="0"/>
              <a:t> </a:t>
            </a:r>
            <a:r>
              <a:rPr lang="ko-KR" altLang="en-US" sz="1300" dirty="0"/>
              <a:t>조회 선택</a:t>
            </a:r>
            <a:endParaRPr sz="1300" dirty="0"/>
          </a:p>
        </p:txBody>
      </p:sp>
      <p:sp>
        <p:nvSpPr>
          <p:cNvPr id="25" name="Google Shape;158;p21">
            <a:extLst>
              <a:ext uri="{FF2B5EF4-FFF2-40B4-BE49-F238E27FC236}">
                <a16:creationId xmlns:a16="http://schemas.microsoft.com/office/drawing/2014/main" id="{CA0EC93A-C598-4E74-BA42-9F67C370027D}"/>
              </a:ext>
            </a:extLst>
          </p:cNvPr>
          <p:cNvSpPr/>
          <p:nvPr/>
        </p:nvSpPr>
        <p:spPr>
          <a:xfrm>
            <a:off x="3654992" y="2121368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관심 </a:t>
            </a:r>
            <a:endParaRPr lang="en-US" altLang="ko-KR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인재</a:t>
            </a:r>
            <a:r>
              <a:rPr lang="en-US" altLang="ko-KR" sz="1300" dirty="0"/>
              <a:t> </a:t>
            </a:r>
            <a:r>
              <a:rPr lang="ko-KR" altLang="en-US" sz="1300" dirty="0"/>
              <a:t>등록 선택</a:t>
            </a:r>
            <a:endParaRPr sz="1300" dirty="0"/>
          </a:p>
        </p:txBody>
      </p:sp>
      <p:sp>
        <p:nvSpPr>
          <p:cNvPr id="26" name="Google Shape;158;p21">
            <a:extLst>
              <a:ext uri="{FF2B5EF4-FFF2-40B4-BE49-F238E27FC236}">
                <a16:creationId xmlns:a16="http://schemas.microsoft.com/office/drawing/2014/main" id="{2212393C-9C69-4C42-B9D0-03E86E22BF70}"/>
              </a:ext>
            </a:extLst>
          </p:cNvPr>
          <p:cNvSpPr/>
          <p:nvPr/>
        </p:nvSpPr>
        <p:spPr>
          <a:xfrm>
            <a:off x="3654992" y="2992638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관심 </a:t>
            </a:r>
            <a:endParaRPr lang="en-US" altLang="ko-KR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인재</a:t>
            </a:r>
            <a:r>
              <a:rPr lang="en-US" altLang="ko-KR" sz="1300" dirty="0"/>
              <a:t> </a:t>
            </a:r>
            <a:r>
              <a:rPr lang="ko-KR" altLang="en-US" sz="1300" dirty="0"/>
              <a:t>삭제 선택</a:t>
            </a:r>
            <a:endParaRPr sz="1300" dirty="0"/>
          </a:p>
        </p:txBody>
      </p:sp>
      <p:sp>
        <p:nvSpPr>
          <p:cNvPr id="27" name="Google Shape;158;p21">
            <a:extLst>
              <a:ext uri="{FF2B5EF4-FFF2-40B4-BE49-F238E27FC236}">
                <a16:creationId xmlns:a16="http://schemas.microsoft.com/office/drawing/2014/main" id="{AD4BB4C9-A70A-42FF-80DE-9351D8481C92}"/>
              </a:ext>
            </a:extLst>
          </p:cNvPr>
          <p:cNvSpPr/>
          <p:nvPr/>
        </p:nvSpPr>
        <p:spPr>
          <a:xfrm>
            <a:off x="5470565" y="1324164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관심 </a:t>
            </a:r>
            <a:endParaRPr lang="en-US" altLang="ko-KR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인재</a:t>
            </a:r>
            <a:r>
              <a:rPr lang="en-US" altLang="ko-KR" sz="1300" dirty="0"/>
              <a:t> </a:t>
            </a:r>
            <a:r>
              <a:rPr lang="ko-KR" altLang="en-US" sz="1300" dirty="0"/>
              <a:t>목록 출력</a:t>
            </a:r>
            <a:endParaRPr sz="1300" dirty="0"/>
          </a:p>
        </p:txBody>
      </p:sp>
      <p:sp>
        <p:nvSpPr>
          <p:cNvPr id="28" name="Google Shape;158;p21">
            <a:extLst>
              <a:ext uri="{FF2B5EF4-FFF2-40B4-BE49-F238E27FC236}">
                <a16:creationId xmlns:a16="http://schemas.microsoft.com/office/drawing/2014/main" id="{1B59815F-2ABF-4FB7-8BE4-CA7D73721F1E}"/>
              </a:ext>
            </a:extLst>
          </p:cNvPr>
          <p:cNvSpPr/>
          <p:nvPr/>
        </p:nvSpPr>
        <p:spPr>
          <a:xfrm>
            <a:off x="5470565" y="2989713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삭제 </a:t>
            </a:r>
            <a:endParaRPr lang="en-US" altLang="ko-KR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 err="1"/>
              <a:t>확인창</a:t>
            </a:r>
            <a:r>
              <a:rPr lang="ko-KR" altLang="en-US" sz="1300" dirty="0"/>
              <a:t> 출력</a:t>
            </a:r>
            <a:endParaRPr sz="1300" dirty="0"/>
          </a:p>
        </p:txBody>
      </p:sp>
      <p:sp>
        <p:nvSpPr>
          <p:cNvPr id="29" name="Google Shape;158;p21">
            <a:extLst>
              <a:ext uri="{FF2B5EF4-FFF2-40B4-BE49-F238E27FC236}">
                <a16:creationId xmlns:a16="http://schemas.microsoft.com/office/drawing/2014/main" id="{B3BF59DB-BAF3-4FD8-8B63-534EE9C7FF7D}"/>
              </a:ext>
            </a:extLst>
          </p:cNvPr>
          <p:cNvSpPr/>
          <p:nvPr/>
        </p:nvSpPr>
        <p:spPr>
          <a:xfrm>
            <a:off x="5470565" y="2106327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관심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인재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  <a:endParaRPr dirty="0"/>
          </a:p>
        </p:txBody>
      </p:sp>
      <p:sp>
        <p:nvSpPr>
          <p:cNvPr id="31" name="Google Shape;158;p21">
            <a:extLst>
              <a:ext uri="{FF2B5EF4-FFF2-40B4-BE49-F238E27FC236}">
                <a16:creationId xmlns:a16="http://schemas.microsoft.com/office/drawing/2014/main" id="{4AA74E71-D321-4DA2-BDDC-528B622551BE}"/>
              </a:ext>
            </a:extLst>
          </p:cNvPr>
          <p:cNvSpPr/>
          <p:nvPr/>
        </p:nvSpPr>
        <p:spPr>
          <a:xfrm>
            <a:off x="7286138" y="2989713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관심 </a:t>
            </a:r>
            <a:endParaRPr lang="en-US" altLang="ko-KR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인재</a:t>
            </a:r>
            <a:r>
              <a:rPr lang="en-US" altLang="ko-KR" sz="1300" dirty="0"/>
              <a:t> </a:t>
            </a:r>
            <a:r>
              <a:rPr lang="ko-KR" altLang="en-US" sz="1300" dirty="0"/>
              <a:t>삭제</a:t>
            </a:r>
            <a:endParaRPr sz="1300" dirty="0"/>
          </a:p>
        </p:txBody>
      </p:sp>
      <p:sp>
        <p:nvSpPr>
          <p:cNvPr id="32" name="Google Shape;158;p21">
            <a:extLst>
              <a:ext uri="{FF2B5EF4-FFF2-40B4-BE49-F238E27FC236}">
                <a16:creationId xmlns:a16="http://schemas.microsoft.com/office/drawing/2014/main" id="{9A85C1BC-752D-47C3-B987-443858DBDB12}"/>
              </a:ext>
            </a:extLst>
          </p:cNvPr>
          <p:cNvSpPr/>
          <p:nvPr/>
        </p:nvSpPr>
        <p:spPr>
          <a:xfrm>
            <a:off x="3654992" y="3991001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서비스</a:t>
            </a:r>
            <a:r>
              <a:rPr lang="ko-KR" altLang="en-US" dirty="0"/>
              <a:t> 목록 출력</a:t>
            </a:r>
            <a:endParaRPr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8290AD8-8A33-4DE6-A417-D78F212B6B7B}"/>
              </a:ext>
            </a:extLst>
          </p:cNvPr>
          <p:cNvCxnSpPr>
            <a:stCxn id="15" idx="3"/>
            <a:endCxn id="32" idx="1"/>
          </p:cNvCxnSpPr>
          <p:nvPr/>
        </p:nvCxnSpPr>
        <p:spPr>
          <a:xfrm flipV="1">
            <a:off x="3122235" y="4285463"/>
            <a:ext cx="532757" cy="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8143E5B-39DD-40A4-9971-D1120AC31FDA}"/>
              </a:ext>
            </a:extLst>
          </p:cNvPr>
          <p:cNvCxnSpPr>
            <a:stCxn id="5" idx="3"/>
          </p:cNvCxnSpPr>
          <p:nvPr/>
        </p:nvCxnSpPr>
        <p:spPr>
          <a:xfrm>
            <a:off x="3122235" y="2417602"/>
            <a:ext cx="2663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C46A803-E670-488C-B278-99549F4151B0}"/>
              </a:ext>
            </a:extLst>
          </p:cNvPr>
          <p:cNvCxnSpPr>
            <a:stCxn id="20" idx="1"/>
          </p:cNvCxnSpPr>
          <p:nvPr/>
        </p:nvCxnSpPr>
        <p:spPr>
          <a:xfrm flipH="1">
            <a:off x="3388613" y="1618626"/>
            <a:ext cx="2663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BFC98-C31F-45BF-807E-A3AEEA6B0C93}"/>
              </a:ext>
            </a:extLst>
          </p:cNvPr>
          <p:cNvCxnSpPr>
            <a:cxnSpLocks/>
          </p:cNvCxnSpPr>
          <p:nvPr/>
        </p:nvCxnSpPr>
        <p:spPr>
          <a:xfrm>
            <a:off x="3388613" y="1618626"/>
            <a:ext cx="0" cy="16655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E69DBFD-58DD-41E4-B7B7-B03B6404479F}"/>
              </a:ext>
            </a:extLst>
          </p:cNvPr>
          <p:cNvCxnSpPr>
            <a:stCxn id="26" idx="1"/>
          </p:cNvCxnSpPr>
          <p:nvPr/>
        </p:nvCxnSpPr>
        <p:spPr>
          <a:xfrm flipH="1" flipV="1">
            <a:off x="3388613" y="3284175"/>
            <a:ext cx="266379" cy="2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AF790B6-1D5D-4401-8926-5A5E6A5C6E39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388613" y="2415830"/>
            <a:ext cx="2663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965435F-3289-4829-B0C8-5ED9D2CD3481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>
            <a:off x="5003318" y="1618626"/>
            <a:ext cx="467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BDCA48B-61D0-4331-B93F-AA85A92E6D1D}"/>
              </a:ext>
            </a:extLst>
          </p:cNvPr>
          <p:cNvCxnSpPr/>
          <p:nvPr/>
        </p:nvCxnSpPr>
        <p:spPr>
          <a:xfrm>
            <a:off x="5003316" y="3284175"/>
            <a:ext cx="467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24E16E3-5174-4953-8ED4-5AD287870CB9}"/>
              </a:ext>
            </a:extLst>
          </p:cNvPr>
          <p:cNvCxnSpPr/>
          <p:nvPr/>
        </p:nvCxnSpPr>
        <p:spPr>
          <a:xfrm>
            <a:off x="5003317" y="2396522"/>
            <a:ext cx="467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5CA7919-5843-4C2B-A666-8FEA0EB93C9E}"/>
              </a:ext>
            </a:extLst>
          </p:cNvPr>
          <p:cNvCxnSpPr/>
          <p:nvPr/>
        </p:nvCxnSpPr>
        <p:spPr>
          <a:xfrm>
            <a:off x="6818891" y="3284175"/>
            <a:ext cx="467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873E4E0-E06D-44BD-AC8E-7B5AB6702124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ED99334-7358-4D14-BBE7-5430DDB4839B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D0580D3-D3AF-4597-806C-B749DC8A44ED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512D578-7910-47AF-9640-A6BA10A3C739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82E98DC-8E0A-4CFF-BEA6-C1CF02849D2C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A350ABC-360B-41C3-93E2-24F67BE32317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F081FBB-D854-4D8B-A692-EAB2ABB79C2F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78A05F0-20E9-4A5A-8317-91A78F44474C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9781D68-4F95-4B35-8E0F-D70A1488F17F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Google Shape;158;p21">
            <a:extLst>
              <a:ext uri="{FF2B5EF4-FFF2-40B4-BE49-F238E27FC236}">
                <a16:creationId xmlns:a16="http://schemas.microsoft.com/office/drawing/2014/main" id="{357BA00B-268D-4C37-8852-8C11D761341B}"/>
              </a:ext>
            </a:extLst>
          </p:cNvPr>
          <p:cNvSpPr/>
          <p:nvPr/>
        </p:nvSpPr>
        <p:spPr>
          <a:xfrm>
            <a:off x="5470563" y="3991001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/>
              <a:t>유료 서비스</a:t>
            </a:r>
            <a:r>
              <a:rPr lang="ko-KR" altLang="en-US" dirty="0"/>
              <a:t>  구매</a:t>
            </a:r>
            <a:endParaRPr dirty="0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3D0FFA17-CBE8-4B33-AA11-8BF213CFFEEF}"/>
              </a:ext>
            </a:extLst>
          </p:cNvPr>
          <p:cNvCxnSpPr/>
          <p:nvPr/>
        </p:nvCxnSpPr>
        <p:spPr>
          <a:xfrm>
            <a:off x="5003316" y="4293038"/>
            <a:ext cx="467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41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6835" y="73269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기업정보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2144219" y="181753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소개</a:t>
            </a:r>
            <a:endParaRPr dirty="0"/>
          </a:p>
        </p:txBody>
      </p:sp>
      <p:sp>
        <p:nvSpPr>
          <p:cNvPr id="24" name="Google Shape;93;p16">
            <a:extLst>
              <a:ext uri="{FF2B5EF4-FFF2-40B4-BE49-F238E27FC236}">
                <a16:creationId xmlns:a16="http://schemas.microsoft.com/office/drawing/2014/main" id="{9EFEEFD8-5AB5-4CEB-804B-0865DBF81C94}"/>
              </a:ext>
            </a:extLst>
          </p:cNvPr>
          <p:cNvSpPr/>
          <p:nvPr/>
        </p:nvSpPr>
        <p:spPr>
          <a:xfrm>
            <a:off x="3905038" y="1320301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기업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리스트 출력</a:t>
            </a:r>
            <a:endParaRPr sz="1200" dirty="0"/>
          </a:p>
        </p:txBody>
      </p:sp>
      <p:sp>
        <p:nvSpPr>
          <p:cNvPr id="30" name="Google Shape;93;p16">
            <a:extLst>
              <a:ext uri="{FF2B5EF4-FFF2-40B4-BE49-F238E27FC236}">
                <a16:creationId xmlns:a16="http://schemas.microsoft.com/office/drawing/2014/main" id="{5DA82589-8704-418B-8AA4-8C6A99D56232}"/>
              </a:ext>
            </a:extLst>
          </p:cNvPr>
          <p:cNvSpPr/>
          <p:nvPr/>
        </p:nvSpPr>
        <p:spPr>
          <a:xfrm>
            <a:off x="3905038" y="192832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기업 개요 출력</a:t>
            </a:r>
            <a:endParaRPr sz="1200" dirty="0"/>
          </a:p>
        </p:txBody>
      </p:sp>
      <p:sp>
        <p:nvSpPr>
          <p:cNvPr id="33" name="Google Shape;93;p16">
            <a:extLst>
              <a:ext uri="{FF2B5EF4-FFF2-40B4-BE49-F238E27FC236}">
                <a16:creationId xmlns:a16="http://schemas.microsoft.com/office/drawing/2014/main" id="{056F53C7-699A-407E-AE02-E2C15F661A7F}"/>
              </a:ext>
            </a:extLst>
          </p:cNvPr>
          <p:cNvSpPr/>
          <p:nvPr/>
        </p:nvSpPr>
        <p:spPr>
          <a:xfrm>
            <a:off x="3905038" y="252522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기업 위치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지도 출력</a:t>
            </a:r>
            <a:endParaRPr sz="1200" dirty="0"/>
          </a:p>
        </p:txBody>
      </p:sp>
      <p:sp>
        <p:nvSpPr>
          <p:cNvPr id="35" name="Google Shape;93;p16">
            <a:extLst>
              <a:ext uri="{FF2B5EF4-FFF2-40B4-BE49-F238E27FC236}">
                <a16:creationId xmlns:a16="http://schemas.microsoft.com/office/drawing/2014/main" id="{25592898-704F-446F-BA7A-62DEF7F2B4DD}"/>
              </a:ext>
            </a:extLst>
          </p:cNvPr>
          <p:cNvSpPr/>
          <p:nvPr/>
        </p:nvSpPr>
        <p:spPr>
          <a:xfrm>
            <a:off x="5605911" y="252796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맵 </a:t>
            </a:r>
            <a:r>
              <a:rPr lang="en-US" altLang="ko-KR" sz="1200" dirty="0"/>
              <a:t>API </a:t>
            </a:r>
            <a:r>
              <a:rPr lang="ko-KR" altLang="en-US" sz="1200" dirty="0"/>
              <a:t>활용</a:t>
            </a:r>
            <a:endParaRPr sz="1200" dirty="0"/>
          </a:p>
        </p:txBody>
      </p:sp>
      <p:sp>
        <p:nvSpPr>
          <p:cNvPr id="36" name="Google Shape;158;p21">
            <a:extLst>
              <a:ext uri="{FF2B5EF4-FFF2-40B4-BE49-F238E27FC236}">
                <a16:creationId xmlns:a16="http://schemas.microsoft.com/office/drawing/2014/main" id="{291CBF1F-C7B5-4C76-8C4C-583853668A19}"/>
              </a:ext>
            </a:extLst>
          </p:cNvPr>
          <p:cNvSpPr/>
          <p:nvPr/>
        </p:nvSpPr>
        <p:spPr>
          <a:xfrm>
            <a:off x="2124733" y="3602625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리뷰</a:t>
            </a:r>
            <a:endParaRPr dirty="0"/>
          </a:p>
        </p:txBody>
      </p:sp>
      <p:sp>
        <p:nvSpPr>
          <p:cNvPr id="39" name="Google Shape;93;p16">
            <a:extLst>
              <a:ext uri="{FF2B5EF4-FFF2-40B4-BE49-F238E27FC236}">
                <a16:creationId xmlns:a16="http://schemas.microsoft.com/office/drawing/2014/main" id="{84D19414-A6F5-4800-8ECB-A743F5CFFB64}"/>
              </a:ext>
            </a:extLst>
          </p:cNvPr>
          <p:cNvSpPr/>
          <p:nvPr/>
        </p:nvSpPr>
        <p:spPr>
          <a:xfrm>
            <a:off x="3885552" y="3713406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항목별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평점 출력</a:t>
            </a:r>
            <a:endParaRPr sz="1200" dirty="0"/>
          </a:p>
        </p:txBody>
      </p:sp>
      <p:sp>
        <p:nvSpPr>
          <p:cNvPr id="40" name="Google Shape;93;p16">
            <a:extLst>
              <a:ext uri="{FF2B5EF4-FFF2-40B4-BE49-F238E27FC236}">
                <a16:creationId xmlns:a16="http://schemas.microsoft.com/office/drawing/2014/main" id="{8A930F22-F4F1-4B19-A251-DF8330667DFF}"/>
              </a:ext>
            </a:extLst>
          </p:cNvPr>
          <p:cNvSpPr/>
          <p:nvPr/>
        </p:nvSpPr>
        <p:spPr>
          <a:xfrm>
            <a:off x="3898901" y="3134815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총 리뷰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평점 출력</a:t>
            </a:r>
            <a:endParaRPr sz="1200" dirty="0"/>
          </a:p>
        </p:txBody>
      </p:sp>
      <p:sp>
        <p:nvSpPr>
          <p:cNvPr id="42" name="Google Shape;93;p16">
            <a:extLst>
              <a:ext uri="{FF2B5EF4-FFF2-40B4-BE49-F238E27FC236}">
                <a16:creationId xmlns:a16="http://schemas.microsoft.com/office/drawing/2014/main" id="{4C17C0B3-EF59-4E00-A548-F5B57586CE22}"/>
              </a:ext>
            </a:extLst>
          </p:cNvPr>
          <p:cNvSpPr/>
          <p:nvPr/>
        </p:nvSpPr>
        <p:spPr>
          <a:xfrm>
            <a:off x="3898901" y="4293877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/>
              <a:t>리뷰별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게시글 출력</a:t>
            </a:r>
            <a:endParaRPr sz="1200" dirty="0"/>
          </a:p>
        </p:txBody>
      </p:sp>
      <p:sp>
        <p:nvSpPr>
          <p:cNvPr id="43" name="Google Shape;93;p16">
            <a:extLst>
              <a:ext uri="{FF2B5EF4-FFF2-40B4-BE49-F238E27FC236}">
                <a16:creationId xmlns:a16="http://schemas.microsoft.com/office/drawing/2014/main" id="{B33850F0-89C6-468E-ABD7-4340398CF821}"/>
              </a:ext>
            </a:extLst>
          </p:cNvPr>
          <p:cNvSpPr/>
          <p:nvPr/>
        </p:nvSpPr>
        <p:spPr>
          <a:xfrm>
            <a:off x="5827489" y="4007868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평점 부여</a:t>
            </a:r>
            <a:endParaRPr sz="1200" dirty="0"/>
          </a:p>
        </p:txBody>
      </p:sp>
      <p:sp>
        <p:nvSpPr>
          <p:cNvPr id="47" name="Google Shape;93;p16">
            <a:extLst>
              <a:ext uri="{FF2B5EF4-FFF2-40B4-BE49-F238E27FC236}">
                <a16:creationId xmlns:a16="http://schemas.microsoft.com/office/drawing/2014/main" id="{488D0808-9B02-46AF-AED3-316254E5B582}"/>
              </a:ext>
            </a:extLst>
          </p:cNvPr>
          <p:cNvSpPr/>
          <p:nvPr/>
        </p:nvSpPr>
        <p:spPr>
          <a:xfrm>
            <a:off x="5827489" y="4581481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코멘트 작성</a:t>
            </a:r>
            <a:endParaRPr sz="12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761D4FC-011E-449F-8F46-A07D3747CDB1}"/>
              </a:ext>
            </a:extLst>
          </p:cNvPr>
          <p:cNvCxnSpPr>
            <a:stCxn id="5" idx="3"/>
            <a:endCxn id="30" idx="1"/>
          </p:cNvCxnSpPr>
          <p:nvPr/>
        </p:nvCxnSpPr>
        <p:spPr>
          <a:xfrm>
            <a:off x="3492545" y="2112001"/>
            <a:ext cx="412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BB8B2A5-9B82-4582-8D96-EBBC8DE2BAB2}"/>
              </a:ext>
            </a:extLst>
          </p:cNvPr>
          <p:cNvCxnSpPr>
            <a:cxnSpLocks/>
          </p:cNvCxnSpPr>
          <p:nvPr/>
        </p:nvCxnSpPr>
        <p:spPr>
          <a:xfrm>
            <a:off x="3701985" y="1503982"/>
            <a:ext cx="0" cy="1204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A795E5-396D-4EF1-AE6A-4875A88D14D8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701985" y="1503982"/>
            <a:ext cx="2030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FDB96B8-934A-4590-B818-EA7C2CACAC9F}"/>
              </a:ext>
            </a:extLst>
          </p:cNvPr>
          <p:cNvCxnSpPr>
            <a:endCxn id="33" idx="1"/>
          </p:cNvCxnSpPr>
          <p:nvPr/>
        </p:nvCxnSpPr>
        <p:spPr>
          <a:xfrm>
            <a:off x="3701985" y="2708910"/>
            <a:ext cx="2030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4B2D6CD-F393-42A8-BA9A-F997E0D78551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>
            <a:off x="5253364" y="2708910"/>
            <a:ext cx="352547" cy="2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14F4AB4-B500-42D8-89B1-7B3597B2CA13}"/>
              </a:ext>
            </a:extLst>
          </p:cNvPr>
          <p:cNvCxnSpPr>
            <a:stCxn id="36" idx="3"/>
            <a:endCxn id="39" idx="1"/>
          </p:cNvCxnSpPr>
          <p:nvPr/>
        </p:nvCxnSpPr>
        <p:spPr>
          <a:xfrm>
            <a:off x="3473059" y="3897087"/>
            <a:ext cx="4124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B15725A-1D0E-45F5-9360-212967199BE8}"/>
              </a:ext>
            </a:extLst>
          </p:cNvPr>
          <p:cNvCxnSpPr>
            <a:cxnSpLocks/>
          </p:cNvCxnSpPr>
          <p:nvPr/>
        </p:nvCxnSpPr>
        <p:spPr>
          <a:xfrm>
            <a:off x="3682499" y="3318496"/>
            <a:ext cx="0" cy="1159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C0FE10A-9DEB-46E9-BAA7-A668469A7BAE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3682499" y="3318496"/>
            <a:ext cx="2164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62F4C29-7650-4C78-B26D-EFC8CA3BD2D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682499" y="4477558"/>
            <a:ext cx="2164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637D68C-64D6-46C1-B684-902B457AB885}"/>
              </a:ext>
            </a:extLst>
          </p:cNvPr>
          <p:cNvCxnSpPr>
            <a:stCxn id="42" idx="3"/>
          </p:cNvCxnSpPr>
          <p:nvPr/>
        </p:nvCxnSpPr>
        <p:spPr>
          <a:xfrm>
            <a:off x="5247227" y="4477558"/>
            <a:ext cx="297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03766BB-E9FA-49EC-81FF-DB89C1B1A583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5545019" y="4191549"/>
            <a:ext cx="2824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89FF16C-6FF6-47DC-B093-0AB6DA472B75}"/>
              </a:ext>
            </a:extLst>
          </p:cNvPr>
          <p:cNvCxnSpPr>
            <a:stCxn id="47" idx="1"/>
          </p:cNvCxnSpPr>
          <p:nvPr/>
        </p:nvCxnSpPr>
        <p:spPr>
          <a:xfrm flipH="1">
            <a:off x="5545019" y="4765162"/>
            <a:ext cx="282470" cy="3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2368DA11-C3DD-4D51-9910-2575A939352F}"/>
              </a:ext>
            </a:extLst>
          </p:cNvPr>
          <p:cNvCxnSpPr/>
          <p:nvPr/>
        </p:nvCxnSpPr>
        <p:spPr>
          <a:xfrm>
            <a:off x="5545019" y="4191549"/>
            <a:ext cx="0" cy="571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06BA442-32E8-4DB9-B521-BFED795BC83D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D49925C-A728-46ED-8D04-279D91EC1F70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FDB72B0-0738-4E04-9E22-1B6F3F5F31EB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E5C31D38-4A3C-4300-AC13-53A893A14373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16B4688-1793-4365-B744-C990669C87B6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B62A80C-CA50-4E7E-ADC6-9B2340C9D061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5715F121-DA56-4C62-B4A4-F9FFB50183C0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AA848E8-334F-496C-A189-F00672115836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6F00D5E-92B7-40AD-8B9D-784E6A48BCD3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89809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44776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기업정보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5277561" y="183532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게시글</a:t>
            </a:r>
            <a:endParaRPr dirty="0"/>
          </a:p>
        </p:txBody>
      </p:sp>
      <p:sp>
        <p:nvSpPr>
          <p:cNvPr id="34" name="Google Shape;158;p21">
            <a:extLst>
              <a:ext uri="{FF2B5EF4-FFF2-40B4-BE49-F238E27FC236}">
                <a16:creationId xmlns:a16="http://schemas.microsoft.com/office/drawing/2014/main" id="{746ACFF8-F6C2-4A72-9339-EA4E43B1D972}"/>
              </a:ext>
            </a:extLst>
          </p:cNvPr>
          <p:cNvSpPr/>
          <p:nvPr/>
        </p:nvSpPr>
        <p:spPr>
          <a:xfrm>
            <a:off x="999093" y="192979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연봉</a:t>
            </a:r>
            <a:endParaRPr dirty="0"/>
          </a:p>
        </p:txBody>
      </p:sp>
      <p:sp>
        <p:nvSpPr>
          <p:cNvPr id="37" name="Google Shape;158;p21">
            <a:extLst>
              <a:ext uri="{FF2B5EF4-FFF2-40B4-BE49-F238E27FC236}">
                <a16:creationId xmlns:a16="http://schemas.microsoft.com/office/drawing/2014/main" id="{3D963F2E-2199-4D99-8A52-6BA0CDE68E57}"/>
              </a:ext>
            </a:extLst>
          </p:cNvPr>
          <p:cNvSpPr/>
          <p:nvPr/>
        </p:nvSpPr>
        <p:spPr>
          <a:xfrm>
            <a:off x="2141679" y="3772514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채용 정보</a:t>
            </a:r>
            <a:endParaRPr dirty="0"/>
          </a:p>
        </p:txBody>
      </p:sp>
      <p:sp>
        <p:nvSpPr>
          <p:cNvPr id="45" name="Google Shape;93;p16">
            <a:extLst>
              <a:ext uri="{FF2B5EF4-FFF2-40B4-BE49-F238E27FC236}">
                <a16:creationId xmlns:a16="http://schemas.microsoft.com/office/drawing/2014/main" id="{7D558002-C5F3-4271-85C0-74684FD8A1A4}"/>
              </a:ext>
            </a:extLst>
          </p:cNvPr>
          <p:cNvSpPr/>
          <p:nvPr/>
        </p:nvSpPr>
        <p:spPr>
          <a:xfrm>
            <a:off x="3223674" y="1675188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전체 직군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연봉 출력</a:t>
            </a:r>
          </a:p>
        </p:txBody>
      </p:sp>
      <p:sp>
        <p:nvSpPr>
          <p:cNvPr id="46" name="Google Shape;93;p16">
            <a:extLst>
              <a:ext uri="{FF2B5EF4-FFF2-40B4-BE49-F238E27FC236}">
                <a16:creationId xmlns:a16="http://schemas.microsoft.com/office/drawing/2014/main" id="{740A2415-A07C-4C27-AB47-161E02959EF9}"/>
              </a:ext>
            </a:extLst>
          </p:cNvPr>
          <p:cNvSpPr/>
          <p:nvPr/>
        </p:nvSpPr>
        <p:spPr>
          <a:xfrm>
            <a:off x="3223674" y="2382466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/>
              <a:t>직군별</a:t>
            </a:r>
            <a:r>
              <a:rPr lang="ko-KR" altLang="en-US" sz="1200" dirty="0"/>
              <a:t> 평균 연봉 출력</a:t>
            </a:r>
          </a:p>
        </p:txBody>
      </p:sp>
      <p:sp>
        <p:nvSpPr>
          <p:cNvPr id="48" name="Google Shape;93;p16">
            <a:extLst>
              <a:ext uri="{FF2B5EF4-FFF2-40B4-BE49-F238E27FC236}">
                <a16:creationId xmlns:a16="http://schemas.microsoft.com/office/drawing/2014/main" id="{C35787CB-AE39-4348-8212-5AF3C4FF08F1}"/>
              </a:ext>
            </a:extLst>
          </p:cNvPr>
          <p:cNvSpPr/>
          <p:nvPr/>
        </p:nvSpPr>
        <p:spPr>
          <a:xfrm>
            <a:off x="4366260" y="3331376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채용공고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목록 출력</a:t>
            </a:r>
          </a:p>
        </p:txBody>
      </p:sp>
      <p:sp>
        <p:nvSpPr>
          <p:cNvPr id="50" name="Google Shape;93;p16">
            <a:extLst>
              <a:ext uri="{FF2B5EF4-FFF2-40B4-BE49-F238E27FC236}">
                <a16:creationId xmlns:a16="http://schemas.microsoft.com/office/drawing/2014/main" id="{71DFBCB1-DAAE-491D-94F7-DAA1BB7F50D8}"/>
              </a:ext>
            </a:extLst>
          </p:cNvPr>
          <p:cNvSpPr/>
          <p:nvPr/>
        </p:nvSpPr>
        <p:spPr>
          <a:xfrm>
            <a:off x="4366260" y="3893832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직군</a:t>
            </a:r>
            <a:r>
              <a:rPr lang="en-US" altLang="ko-KR" sz="1200" dirty="0"/>
              <a:t>, </a:t>
            </a:r>
            <a:r>
              <a:rPr lang="ko-KR" altLang="en-US" sz="1200" dirty="0"/>
              <a:t>키워드별 검색</a:t>
            </a:r>
          </a:p>
        </p:txBody>
      </p:sp>
      <p:sp>
        <p:nvSpPr>
          <p:cNvPr id="52" name="Google Shape;93;p16">
            <a:extLst>
              <a:ext uri="{FF2B5EF4-FFF2-40B4-BE49-F238E27FC236}">
                <a16:creationId xmlns:a16="http://schemas.microsoft.com/office/drawing/2014/main" id="{06AAAEEE-E93C-4C4E-B460-1E48286107B9}"/>
              </a:ext>
            </a:extLst>
          </p:cNvPr>
          <p:cNvSpPr/>
          <p:nvPr/>
        </p:nvSpPr>
        <p:spPr>
          <a:xfrm>
            <a:off x="4397658" y="4456288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/>
              <a:t>도시별</a:t>
            </a:r>
            <a:r>
              <a:rPr lang="ko-KR" altLang="en-US" sz="1200" dirty="0"/>
              <a:t> 검색</a:t>
            </a:r>
          </a:p>
        </p:txBody>
      </p:sp>
      <p:sp>
        <p:nvSpPr>
          <p:cNvPr id="54" name="Google Shape;93;p16">
            <a:extLst>
              <a:ext uri="{FF2B5EF4-FFF2-40B4-BE49-F238E27FC236}">
                <a16:creationId xmlns:a16="http://schemas.microsoft.com/office/drawing/2014/main" id="{DA2DD25B-50E1-4526-96FB-5A28E1E90EC6}"/>
              </a:ext>
            </a:extLst>
          </p:cNvPr>
          <p:cNvSpPr/>
          <p:nvPr/>
        </p:nvSpPr>
        <p:spPr>
          <a:xfrm>
            <a:off x="6373319" y="4191122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검색 결과 출력</a:t>
            </a:r>
          </a:p>
        </p:txBody>
      </p:sp>
      <p:sp>
        <p:nvSpPr>
          <p:cNvPr id="55" name="Google Shape;93;p16">
            <a:extLst>
              <a:ext uri="{FF2B5EF4-FFF2-40B4-BE49-F238E27FC236}">
                <a16:creationId xmlns:a16="http://schemas.microsoft.com/office/drawing/2014/main" id="{76E036E2-37F0-4524-AA9A-37A959B9D09C}"/>
              </a:ext>
            </a:extLst>
          </p:cNvPr>
          <p:cNvSpPr/>
          <p:nvPr/>
        </p:nvSpPr>
        <p:spPr>
          <a:xfrm>
            <a:off x="7502142" y="194617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회사생활 게시판 이동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D0732CF-711A-4B7A-8507-A85F28DB3FDA}"/>
              </a:ext>
            </a:extLst>
          </p:cNvPr>
          <p:cNvCxnSpPr>
            <a:stCxn id="55" idx="1"/>
            <a:endCxn id="5" idx="3"/>
          </p:cNvCxnSpPr>
          <p:nvPr/>
        </p:nvCxnSpPr>
        <p:spPr>
          <a:xfrm flipH="1" flipV="1">
            <a:off x="6625887" y="2129784"/>
            <a:ext cx="876255" cy="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F31D64D-1E99-4826-994E-3DD1AF7D7989}"/>
              </a:ext>
            </a:extLst>
          </p:cNvPr>
          <p:cNvCxnSpPr>
            <a:stCxn id="34" idx="3"/>
          </p:cNvCxnSpPr>
          <p:nvPr/>
        </p:nvCxnSpPr>
        <p:spPr>
          <a:xfrm>
            <a:off x="2347419" y="2224261"/>
            <a:ext cx="5206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9901A50-5A25-427F-8DA0-77CA1944AA68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2868074" y="1858869"/>
            <a:ext cx="35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A2BA9A3-5460-45CC-92F5-FFED10D773C0}"/>
              </a:ext>
            </a:extLst>
          </p:cNvPr>
          <p:cNvCxnSpPr/>
          <p:nvPr/>
        </p:nvCxnSpPr>
        <p:spPr>
          <a:xfrm>
            <a:off x="2868074" y="1858869"/>
            <a:ext cx="0" cy="707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C7C6DA2-B3F8-4D5E-9EE3-3FC8B6924DC1}"/>
              </a:ext>
            </a:extLst>
          </p:cNvPr>
          <p:cNvCxnSpPr>
            <a:stCxn id="46" idx="1"/>
          </p:cNvCxnSpPr>
          <p:nvPr/>
        </p:nvCxnSpPr>
        <p:spPr>
          <a:xfrm flipH="1">
            <a:off x="2868074" y="2566147"/>
            <a:ext cx="35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A812789-6502-4BA3-964E-24D4559032A5}"/>
              </a:ext>
            </a:extLst>
          </p:cNvPr>
          <p:cNvCxnSpPr>
            <a:stCxn id="37" idx="3"/>
            <a:endCxn id="50" idx="1"/>
          </p:cNvCxnSpPr>
          <p:nvPr/>
        </p:nvCxnSpPr>
        <p:spPr>
          <a:xfrm>
            <a:off x="3490005" y="4066976"/>
            <a:ext cx="876255" cy="10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817EEA3-6BEE-4A22-83EA-D3D8C0ABAED3}"/>
              </a:ext>
            </a:extLst>
          </p:cNvPr>
          <p:cNvCxnSpPr>
            <a:stCxn id="48" idx="1"/>
          </p:cNvCxnSpPr>
          <p:nvPr/>
        </p:nvCxnSpPr>
        <p:spPr>
          <a:xfrm flipH="1">
            <a:off x="3928132" y="3515057"/>
            <a:ext cx="438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04E40BF-F391-46DD-BF8A-B6B6C09218AA}"/>
              </a:ext>
            </a:extLst>
          </p:cNvPr>
          <p:cNvCxnSpPr>
            <a:stCxn id="52" idx="1"/>
          </p:cNvCxnSpPr>
          <p:nvPr/>
        </p:nvCxnSpPr>
        <p:spPr>
          <a:xfrm flipH="1">
            <a:off x="3928132" y="4639969"/>
            <a:ext cx="4695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6C09471-6EF6-4ABD-BFDA-4C51B730F8FB}"/>
              </a:ext>
            </a:extLst>
          </p:cNvPr>
          <p:cNvCxnSpPr/>
          <p:nvPr/>
        </p:nvCxnSpPr>
        <p:spPr>
          <a:xfrm>
            <a:off x="3928132" y="3515057"/>
            <a:ext cx="0" cy="1124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20C91F5-3645-42D4-A8CA-794E4C3D7DAB}"/>
              </a:ext>
            </a:extLst>
          </p:cNvPr>
          <p:cNvCxnSpPr>
            <a:stCxn id="50" idx="3"/>
          </p:cNvCxnSpPr>
          <p:nvPr/>
        </p:nvCxnSpPr>
        <p:spPr>
          <a:xfrm>
            <a:off x="5714586" y="4077513"/>
            <a:ext cx="2963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4481FB5F-9B07-4A56-8238-CC2FA8BB16C4}"/>
              </a:ext>
            </a:extLst>
          </p:cNvPr>
          <p:cNvCxnSpPr>
            <a:stCxn id="52" idx="3"/>
          </p:cNvCxnSpPr>
          <p:nvPr/>
        </p:nvCxnSpPr>
        <p:spPr>
          <a:xfrm>
            <a:off x="5745984" y="4639969"/>
            <a:ext cx="271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0FACA3E5-3E21-4FEA-B272-7DB732B3B89A}"/>
              </a:ext>
            </a:extLst>
          </p:cNvPr>
          <p:cNvCxnSpPr/>
          <p:nvPr/>
        </p:nvCxnSpPr>
        <p:spPr>
          <a:xfrm>
            <a:off x="6010910" y="4066976"/>
            <a:ext cx="0" cy="5729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B678FF53-A195-4828-AD23-07EA5520B377}"/>
              </a:ext>
            </a:extLst>
          </p:cNvPr>
          <p:cNvCxnSpPr>
            <a:stCxn id="54" idx="1"/>
          </p:cNvCxnSpPr>
          <p:nvPr/>
        </p:nvCxnSpPr>
        <p:spPr>
          <a:xfrm flipH="1">
            <a:off x="6010910" y="4374803"/>
            <a:ext cx="362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D15F1FAE-AB70-4D2D-BEE3-ABEBB8819E46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94F4198A-46F2-4F8D-9810-BD2E07AC6F9D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417AA49-375C-4970-9DBF-34FD7FA611CD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A92F4EB-8FB4-4E2A-B0C3-0BA85EEB9020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9BE1C71D-134A-47F7-8BFE-8C772D637AAE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EA18242D-6347-4303-B5B2-04AD54880CFD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CAF2740-8C0D-4754-A36D-359232C026C0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F57C0882-06ED-468E-A0E3-4E816E8D05B7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288C0BD-D962-4CAA-A9A6-4690A8C0EFC3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1725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2679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기업정보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921969" y="184537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뉴스</a:t>
            </a:r>
            <a:endParaRPr dirty="0"/>
          </a:p>
        </p:txBody>
      </p:sp>
      <p:sp>
        <p:nvSpPr>
          <p:cNvPr id="34" name="Google Shape;158;p21">
            <a:extLst>
              <a:ext uri="{FF2B5EF4-FFF2-40B4-BE49-F238E27FC236}">
                <a16:creationId xmlns:a16="http://schemas.microsoft.com/office/drawing/2014/main" id="{746ACFF8-F6C2-4A72-9339-EA4E43B1D972}"/>
              </a:ext>
            </a:extLst>
          </p:cNvPr>
          <p:cNvSpPr/>
          <p:nvPr/>
        </p:nvSpPr>
        <p:spPr>
          <a:xfrm>
            <a:off x="1921969" y="3455817"/>
            <a:ext cx="1348326" cy="588924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관심 기업</a:t>
            </a:r>
            <a:endParaRPr dirty="0"/>
          </a:p>
        </p:txBody>
      </p:sp>
      <p:sp>
        <p:nvSpPr>
          <p:cNvPr id="28" name="Google Shape;93;p16">
            <a:extLst>
              <a:ext uri="{FF2B5EF4-FFF2-40B4-BE49-F238E27FC236}">
                <a16:creationId xmlns:a16="http://schemas.microsoft.com/office/drawing/2014/main" id="{A110FB4C-A200-4971-A262-202CFC6DEF63}"/>
              </a:ext>
            </a:extLst>
          </p:cNvPr>
          <p:cNvSpPr/>
          <p:nvPr/>
        </p:nvSpPr>
        <p:spPr>
          <a:xfrm>
            <a:off x="3842813" y="1956151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해당 기업 뉴스 목록 출력</a:t>
            </a:r>
          </a:p>
        </p:txBody>
      </p:sp>
      <p:sp>
        <p:nvSpPr>
          <p:cNvPr id="29" name="Google Shape;93;p16">
            <a:extLst>
              <a:ext uri="{FF2B5EF4-FFF2-40B4-BE49-F238E27FC236}">
                <a16:creationId xmlns:a16="http://schemas.microsoft.com/office/drawing/2014/main" id="{43C88A37-D729-4EC2-8779-18920BBCE9A9}"/>
              </a:ext>
            </a:extLst>
          </p:cNvPr>
          <p:cNvSpPr/>
          <p:nvPr/>
        </p:nvSpPr>
        <p:spPr>
          <a:xfrm>
            <a:off x="5632450" y="1956151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뉴스 선택</a:t>
            </a:r>
          </a:p>
        </p:txBody>
      </p:sp>
      <p:sp>
        <p:nvSpPr>
          <p:cNvPr id="30" name="Google Shape;93;p16">
            <a:extLst>
              <a:ext uri="{FF2B5EF4-FFF2-40B4-BE49-F238E27FC236}">
                <a16:creationId xmlns:a16="http://schemas.microsoft.com/office/drawing/2014/main" id="{A1671572-C2A4-4816-B831-398B71F92AF3}"/>
              </a:ext>
            </a:extLst>
          </p:cNvPr>
          <p:cNvSpPr/>
          <p:nvPr/>
        </p:nvSpPr>
        <p:spPr>
          <a:xfrm>
            <a:off x="7302500" y="1956151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해당 뉴스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상세 조회</a:t>
            </a:r>
          </a:p>
        </p:txBody>
      </p:sp>
      <p:sp>
        <p:nvSpPr>
          <p:cNvPr id="31" name="Google Shape;93;p16">
            <a:extLst>
              <a:ext uri="{FF2B5EF4-FFF2-40B4-BE49-F238E27FC236}">
                <a16:creationId xmlns:a16="http://schemas.microsoft.com/office/drawing/2014/main" id="{C9B0AD7B-34F7-4E2F-8017-51E22CBD4C15}"/>
              </a:ext>
            </a:extLst>
          </p:cNvPr>
          <p:cNvSpPr/>
          <p:nvPr/>
        </p:nvSpPr>
        <p:spPr>
          <a:xfrm>
            <a:off x="3842813" y="2978917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/>
              <a:t>‘</a:t>
            </a:r>
            <a:r>
              <a:rPr lang="ko-KR" altLang="en-US" sz="1200" dirty="0"/>
              <a:t>하트</a:t>
            </a:r>
            <a:r>
              <a:rPr lang="en-US" altLang="ko-KR" sz="1200" dirty="0"/>
              <a:t>’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아이콘</a:t>
            </a:r>
            <a:r>
              <a:rPr lang="en-US" altLang="ko-KR" sz="1200" dirty="0"/>
              <a:t> </a:t>
            </a:r>
            <a:r>
              <a:rPr lang="ko-KR" altLang="en-US" sz="1200" dirty="0"/>
              <a:t>선택</a:t>
            </a:r>
          </a:p>
        </p:txBody>
      </p:sp>
      <p:sp>
        <p:nvSpPr>
          <p:cNvPr id="32" name="Google Shape;93;p16">
            <a:extLst>
              <a:ext uri="{FF2B5EF4-FFF2-40B4-BE49-F238E27FC236}">
                <a16:creationId xmlns:a16="http://schemas.microsoft.com/office/drawing/2014/main" id="{718830E2-7B8D-41BC-9F95-1F239CFF3403}"/>
              </a:ext>
            </a:extLst>
          </p:cNvPr>
          <p:cNvSpPr/>
          <p:nvPr/>
        </p:nvSpPr>
        <p:spPr>
          <a:xfrm>
            <a:off x="3842813" y="4144558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/>
              <a:t>‘</a:t>
            </a:r>
            <a:r>
              <a:rPr lang="ko-KR" altLang="en-US" sz="1200" dirty="0"/>
              <a:t>종</a:t>
            </a:r>
            <a:r>
              <a:rPr lang="en-US" altLang="ko-KR" sz="1200" dirty="0"/>
              <a:t>’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아이콘 선택</a:t>
            </a:r>
          </a:p>
        </p:txBody>
      </p:sp>
      <p:sp>
        <p:nvSpPr>
          <p:cNvPr id="33" name="Google Shape;93;p16">
            <a:extLst>
              <a:ext uri="{FF2B5EF4-FFF2-40B4-BE49-F238E27FC236}">
                <a16:creationId xmlns:a16="http://schemas.microsoft.com/office/drawing/2014/main" id="{1D73F03D-037C-448F-9E57-4B63D9BDE940}"/>
              </a:ext>
            </a:extLst>
          </p:cNvPr>
          <p:cNvSpPr/>
          <p:nvPr/>
        </p:nvSpPr>
        <p:spPr>
          <a:xfrm>
            <a:off x="5505450" y="3273379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기업 해제</a:t>
            </a:r>
          </a:p>
        </p:txBody>
      </p:sp>
      <p:sp>
        <p:nvSpPr>
          <p:cNvPr id="35" name="Google Shape;93;p16">
            <a:extLst>
              <a:ext uri="{FF2B5EF4-FFF2-40B4-BE49-F238E27FC236}">
                <a16:creationId xmlns:a16="http://schemas.microsoft.com/office/drawing/2014/main" id="{AB5CF77E-DA1F-4695-8051-700B36044C4E}"/>
              </a:ext>
            </a:extLst>
          </p:cNvPr>
          <p:cNvSpPr/>
          <p:nvPr/>
        </p:nvSpPr>
        <p:spPr>
          <a:xfrm>
            <a:off x="5505450" y="2730500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기업 등록</a:t>
            </a:r>
          </a:p>
        </p:txBody>
      </p:sp>
      <p:sp>
        <p:nvSpPr>
          <p:cNvPr id="36" name="Google Shape;93;p16">
            <a:extLst>
              <a:ext uri="{FF2B5EF4-FFF2-40B4-BE49-F238E27FC236}">
                <a16:creationId xmlns:a16="http://schemas.microsoft.com/office/drawing/2014/main" id="{50AD5971-0966-4C04-801C-4FAC838C0E6F}"/>
              </a:ext>
            </a:extLst>
          </p:cNvPr>
          <p:cNvSpPr/>
          <p:nvPr/>
        </p:nvSpPr>
        <p:spPr>
          <a:xfrm>
            <a:off x="5505450" y="4362625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기업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알람 해제</a:t>
            </a:r>
          </a:p>
        </p:txBody>
      </p:sp>
      <p:sp>
        <p:nvSpPr>
          <p:cNvPr id="38" name="Google Shape;93;p16">
            <a:extLst>
              <a:ext uri="{FF2B5EF4-FFF2-40B4-BE49-F238E27FC236}">
                <a16:creationId xmlns:a16="http://schemas.microsoft.com/office/drawing/2014/main" id="{6A8BFDD4-8E73-436E-A6A3-2BD308EC9B68}"/>
              </a:ext>
            </a:extLst>
          </p:cNvPr>
          <p:cNvSpPr/>
          <p:nvPr/>
        </p:nvSpPr>
        <p:spPr>
          <a:xfrm>
            <a:off x="5505450" y="3861164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기업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알람 설정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1EAFEFE-3D9B-499C-8178-74F12FDA8A28}"/>
              </a:ext>
            </a:extLst>
          </p:cNvPr>
          <p:cNvCxnSpPr>
            <a:stCxn id="5" idx="3"/>
            <a:endCxn id="28" idx="1"/>
          </p:cNvCxnSpPr>
          <p:nvPr/>
        </p:nvCxnSpPr>
        <p:spPr>
          <a:xfrm>
            <a:off x="3270295" y="2139832"/>
            <a:ext cx="572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5CDB8DF-24F8-4D28-AA0F-6D73C078B444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270295" y="3750279"/>
            <a:ext cx="286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D138F4-4E3E-42FB-8532-867ECF942D95}"/>
              </a:ext>
            </a:extLst>
          </p:cNvPr>
          <p:cNvCxnSpPr>
            <a:stCxn id="31" idx="1"/>
          </p:cNvCxnSpPr>
          <p:nvPr/>
        </p:nvCxnSpPr>
        <p:spPr>
          <a:xfrm flipH="1">
            <a:off x="3556554" y="3162598"/>
            <a:ext cx="286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7BFCF8B-CC2D-4F04-8869-11C25D914A1B}"/>
              </a:ext>
            </a:extLst>
          </p:cNvPr>
          <p:cNvCxnSpPr>
            <a:stCxn id="32" idx="1"/>
          </p:cNvCxnSpPr>
          <p:nvPr/>
        </p:nvCxnSpPr>
        <p:spPr>
          <a:xfrm flipH="1">
            <a:off x="3556554" y="4328239"/>
            <a:ext cx="286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9F58C33-5E51-429C-83D7-24273230E973}"/>
              </a:ext>
            </a:extLst>
          </p:cNvPr>
          <p:cNvCxnSpPr/>
          <p:nvPr/>
        </p:nvCxnSpPr>
        <p:spPr>
          <a:xfrm>
            <a:off x="3556554" y="3162598"/>
            <a:ext cx="0" cy="1165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98391DC-7251-458C-AA9A-F90CB5BD7B6D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5191139" y="2139832"/>
            <a:ext cx="4413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641361-F0D8-44D8-91CF-7EBB85D3F35F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6980776" y="2139832"/>
            <a:ext cx="3217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BD5E6C5-B488-4FB9-881D-0CAEEAF88F1D}"/>
              </a:ext>
            </a:extLst>
          </p:cNvPr>
          <p:cNvCxnSpPr>
            <a:stCxn id="31" idx="3"/>
            <a:endCxn id="35" idx="1"/>
          </p:cNvCxnSpPr>
          <p:nvPr/>
        </p:nvCxnSpPr>
        <p:spPr>
          <a:xfrm flipV="1">
            <a:off x="5191139" y="2914181"/>
            <a:ext cx="314311" cy="248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ED9FCB-A7CE-4184-9BE0-184304AADA77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5191139" y="3162598"/>
            <a:ext cx="314311" cy="294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20DFE12-56A7-4A64-BF1B-8B49B84DDEB1}"/>
              </a:ext>
            </a:extLst>
          </p:cNvPr>
          <p:cNvCxnSpPr>
            <a:stCxn id="32" idx="3"/>
            <a:endCxn id="38" idx="1"/>
          </p:cNvCxnSpPr>
          <p:nvPr/>
        </p:nvCxnSpPr>
        <p:spPr>
          <a:xfrm flipV="1">
            <a:off x="5191139" y="4044845"/>
            <a:ext cx="314311" cy="2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A9844EB-B111-446A-A90A-87C350250414}"/>
              </a:ext>
            </a:extLst>
          </p:cNvPr>
          <p:cNvCxnSpPr>
            <a:stCxn id="32" idx="3"/>
            <a:endCxn id="36" idx="1"/>
          </p:cNvCxnSpPr>
          <p:nvPr/>
        </p:nvCxnSpPr>
        <p:spPr>
          <a:xfrm>
            <a:off x="5191139" y="4328239"/>
            <a:ext cx="314311" cy="218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86D77F1-BDB4-4D8A-B9F8-D9C3589A3EB2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5083ADE-7166-4171-AC1B-7E63CA644A4E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08183E1-B408-47C0-A3FE-AF7772C4DE65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F5C677B-1C63-49F1-B5F1-06AB414B1569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4823E934-F24E-4A25-AFB0-0B185A11CBB0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A2B6D2C-DA9A-44C7-B8D7-8F88083322BE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0C6FBA5-D267-4430-BD87-1802971E53EE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578A7AC-3292-442A-A210-F8BA65A5F036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DE693A6-C652-4909-A946-A5D81A43766D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398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6928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채용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909269" y="257175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채용 검색</a:t>
            </a:r>
            <a:endParaRPr dirty="0"/>
          </a:p>
        </p:txBody>
      </p:sp>
      <p:sp>
        <p:nvSpPr>
          <p:cNvPr id="26" name="Google Shape;93;p16">
            <a:extLst>
              <a:ext uri="{FF2B5EF4-FFF2-40B4-BE49-F238E27FC236}">
                <a16:creationId xmlns:a16="http://schemas.microsoft.com/office/drawing/2014/main" id="{0BED4DD2-F2D0-43F6-AA5E-EC1BCEF282A2}"/>
              </a:ext>
            </a:extLst>
          </p:cNvPr>
          <p:cNvSpPr/>
          <p:nvPr/>
        </p:nvSpPr>
        <p:spPr>
          <a:xfrm>
            <a:off x="3684063" y="2682531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필터 </a:t>
            </a:r>
          </a:p>
        </p:txBody>
      </p:sp>
      <p:sp>
        <p:nvSpPr>
          <p:cNvPr id="46" name="Google Shape;93;p16">
            <a:extLst>
              <a:ext uri="{FF2B5EF4-FFF2-40B4-BE49-F238E27FC236}">
                <a16:creationId xmlns:a16="http://schemas.microsoft.com/office/drawing/2014/main" id="{31C4C53F-030B-4A3D-AFF1-94082D42A068}"/>
              </a:ext>
            </a:extLst>
          </p:cNvPr>
          <p:cNvSpPr/>
          <p:nvPr/>
        </p:nvSpPr>
        <p:spPr>
          <a:xfrm>
            <a:off x="5722413" y="110489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분야</a:t>
            </a:r>
          </a:p>
        </p:txBody>
      </p:sp>
      <p:sp>
        <p:nvSpPr>
          <p:cNvPr id="53" name="Google Shape;93;p16">
            <a:extLst>
              <a:ext uri="{FF2B5EF4-FFF2-40B4-BE49-F238E27FC236}">
                <a16:creationId xmlns:a16="http://schemas.microsoft.com/office/drawing/2014/main" id="{3F91A680-6119-4088-98B5-D0016C8551B3}"/>
              </a:ext>
            </a:extLst>
          </p:cNvPr>
          <p:cNvSpPr/>
          <p:nvPr/>
        </p:nvSpPr>
        <p:spPr>
          <a:xfrm>
            <a:off x="5722413" y="1748876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활동 분야</a:t>
            </a:r>
          </a:p>
        </p:txBody>
      </p:sp>
      <p:sp>
        <p:nvSpPr>
          <p:cNvPr id="54" name="Google Shape;93;p16">
            <a:extLst>
              <a:ext uri="{FF2B5EF4-FFF2-40B4-BE49-F238E27FC236}">
                <a16:creationId xmlns:a16="http://schemas.microsoft.com/office/drawing/2014/main" id="{4EDB4BD0-57BD-4798-8D8A-CFFD2B2BCCF2}"/>
              </a:ext>
            </a:extLst>
          </p:cNvPr>
          <p:cNvSpPr/>
          <p:nvPr/>
        </p:nvSpPr>
        <p:spPr>
          <a:xfrm>
            <a:off x="5722413" y="2392853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연봉</a:t>
            </a:r>
          </a:p>
        </p:txBody>
      </p:sp>
      <p:sp>
        <p:nvSpPr>
          <p:cNvPr id="55" name="Google Shape;93;p16">
            <a:extLst>
              <a:ext uri="{FF2B5EF4-FFF2-40B4-BE49-F238E27FC236}">
                <a16:creationId xmlns:a16="http://schemas.microsoft.com/office/drawing/2014/main" id="{3705E43E-285A-47BB-B2F7-3DD8D5427D7D}"/>
              </a:ext>
            </a:extLst>
          </p:cNvPr>
          <p:cNvSpPr/>
          <p:nvPr/>
        </p:nvSpPr>
        <p:spPr>
          <a:xfrm>
            <a:off x="5722413" y="3023428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분야</a:t>
            </a:r>
          </a:p>
        </p:txBody>
      </p:sp>
      <p:sp>
        <p:nvSpPr>
          <p:cNvPr id="56" name="Google Shape;93;p16">
            <a:extLst>
              <a:ext uri="{FF2B5EF4-FFF2-40B4-BE49-F238E27FC236}">
                <a16:creationId xmlns:a16="http://schemas.microsoft.com/office/drawing/2014/main" id="{E10064AF-B7DC-48AE-85AA-90866EF840F0}"/>
              </a:ext>
            </a:extLst>
          </p:cNvPr>
          <p:cNvSpPr/>
          <p:nvPr/>
        </p:nvSpPr>
        <p:spPr>
          <a:xfrm>
            <a:off x="5722413" y="3627495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조건</a:t>
            </a:r>
            <a:r>
              <a:rPr lang="en-US" altLang="ko-KR" sz="1200" dirty="0"/>
              <a:t>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고용 형태</a:t>
            </a:r>
          </a:p>
        </p:txBody>
      </p:sp>
      <p:sp>
        <p:nvSpPr>
          <p:cNvPr id="57" name="Google Shape;93;p16">
            <a:extLst>
              <a:ext uri="{FF2B5EF4-FFF2-40B4-BE49-F238E27FC236}">
                <a16:creationId xmlns:a16="http://schemas.microsoft.com/office/drawing/2014/main" id="{1AD3DC33-CECE-4071-BCE3-E70035A7BDFA}"/>
              </a:ext>
            </a:extLst>
          </p:cNvPr>
          <p:cNvSpPr/>
          <p:nvPr/>
        </p:nvSpPr>
        <p:spPr>
          <a:xfrm>
            <a:off x="5722413" y="4236267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지역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EE18B38-EF9B-4B2A-8090-53F61C50EB77}"/>
              </a:ext>
            </a:extLst>
          </p:cNvPr>
          <p:cNvCxnSpPr>
            <a:stCxn id="5" idx="3"/>
            <a:endCxn id="26" idx="1"/>
          </p:cNvCxnSpPr>
          <p:nvPr/>
        </p:nvCxnSpPr>
        <p:spPr>
          <a:xfrm>
            <a:off x="3257595" y="2866212"/>
            <a:ext cx="4264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0F57E44-E6BE-465E-BD1E-7E93FACF9B7A}"/>
              </a:ext>
            </a:extLst>
          </p:cNvPr>
          <p:cNvSpPr/>
          <p:nvPr/>
        </p:nvSpPr>
        <p:spPr>
          <a:xfrm>
            <a:off x="5441950" y="1270000"/>
            <a:ext cx="273050" cy="3143250"/>
          </a:xfrm>
          <a:custGeom>
            <a:avLst/>
            <a:gdLst>
              <a:gd name="connsiteX0" fmla="*/ 273050 w 273050"/>
              <a:gd name="connsiteY0" fmla="*/ 0 h 3143250"/>
              <a:gd name="connsiteX1" fmla="*/ 0 w 273050"/>
              <a:gd name="connsiteY1" fmla="*/ 1587500 h 3143250"/>
              <a:gd name="connsiteX2" fmla="*/ 273050 w 273050"/>
              <a:gd name="connsiteY2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050" h="3143250">
                <a:moveTo>
                  <a:pt x="273050" y="0"/>
                </a:moveTo>
                <a:cubicBezTo>
                  <a:pt x="136525" y="531812"/>
                  <a:pt x="0" y="1063625"/>
                  <a:pt x="0" y="1587500"/>
                </a:cubicBezTo>
                <a:cubicBezTo>
                  <a:pt x="0" y="2111375"/>
                  <a:pt x="136525" y="2627312"/>
                  <a:pt x="273050" y="314325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D513AA5-DA6A-46FF-BE40-3217E86CE04A}"/>
              </a:ext>
            </a:extLst>
          </p:cNvPr>
          <p:cNvCxnSpPr>
            <a:stCxn id="26" idx="3"/>
            <a:endCxn id="13" idx="1"/>
          </p:cNvCxnSpPr>
          <p:nvPr/>
        </p:nvCxnSpPr>
        <p:spPr>
          <a:xfrm flipV="1">
            <a:off x="5032389" y="2857500"/>
            <a:ext cx="409561" cy="8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660B3D5-4003-45E3-AB0F-C3B7004E87E6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8E82B84-885B-47BD-B1E5-B9FCB644346B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34060BD-04D5-4589-9225-454538079E52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75EE61B-1A15-4CE9-BD08-3C54B9B85030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83FFFE3-DD0C-43C0-8073-F43088A58313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5D1E2A6-D346-44A3-8CF2-90A5944D0780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93EB37A1-824C-4193-9DAE-B20A54179CC3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90B7D23F-B263-4030-BB41-914E7CB8D899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41F2B43-F77C-4C5D-8874-4588BBC80640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4542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80634" y="70715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채용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2347374" y="171178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채용 정보</a:t>
            </a:r>
            <a:endParaRPr dirty="0"/>
          </a:p>
        </p:txBody>
      </p:sp>
      <p:sp>
        <p:nvSpPr>
          <p:cNvPr id="26" name="Google Shape;93;p16">
            <a:extLst>
              <a:ext uri="{FF2B5EF4-FFF2-40B4-BE49-F238E27FC236}">
                <a16:creationId xmlns:a16="http://schemas.microsoft.com/office/drawing/2014/main" id="{0BED4DD2-F2D0-43F6-AA5E-EC1BCEF282A2}"/>
              </a:ext>
            </a:extLst>
          </p:cNvPr>
          <p:cNvSpPr/>
          <p:nvPr/>
        </p:nvSpPr>
        <p:spPr>
          <a:xfrm>
            <a:off x="4235450" y="1822563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상세 채용 공고 목록 출력 </a:t>
            </a:r>
          </a:p>
        </p:txBody>
      </p:sp>
      <p:sp>
        <p:nvSpPr>
          <p:cNvPr id="15" name="Google Shape;158;p21">
            <a:extLst>
              <a:ext uri="{FF2B5EF4-FFF2-40B4-BE49-F238E27FC236}">
                <a16:creationId xmlns:a16="http://schemas.microsoft.com/office/drawing/2014/main" id="{689FC4F3-6652-4D7E-A2E1-08BCF6547C77}"/>
              </a:ext>
            </a:extLst>
          </p:cNvPr>
          <p:cNvSpPr/>
          <p:nvPr/>
        </p:nvSpPr>
        <p:spPr>
          <a:xfrm>
            <a:off x="2347374" y="280797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채용 공고문</a:t>
            </a:r>
            <a:endParaRPr dirty="0"/>
          </a:p>
        </p:txBody>
      </p:sp>
      <p:sp>
        <p:nvSpPr>
          <p:cNvPr id="17" name="Google Shape;158;p21">
            <a:extLst>
              <a:ext uri="{FF2B5EF4-FFF2-40B4-BE49-F238E27FC236}">
                <a16:creationId xmlns:a16="http://schemas.microsoft.com/office/drawing/2014/main" id="{CFF5B0F9-1A3B-4FB8-8CF4-D5ADDCC507E6}"/>
              </a:ext>
            </a:extLst>
          </p:cNvPr>
          <p:cNvSpPr/>
          <p:nvPr/>
        </p:nvSpPr>
        <p:spPr>
          <a:xfrm>
            <a:off x="2347374" y="400473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채용 공고 캘린더</a:t>
            </a:r>
            <a:endParaRPr dirty="0"/>
          </a:p>
        </p:txBody>
      </p:sp>
      <p:sp>
        <p:nvSpPr>
          <p:cNvPr id="18" name="Google Shape;93;p16">
            <a:extLst>
              <a:ext uri="{FF2B5EF4-FFF2-40B4-BE49-F238E27FC236}">
                <a16:creationId xmlns:a16="http://schemas.microsoft.com/office/drawing/2014/main" id="{6ACA5E9F-7ACC-44DE-9059-E02F679EF5F8}"/>
              </a:ext>
            </a:extLst>
          </p:cNvPr>
          <p:cNvSpPr/>
          <p:nvPr/>
        </p:nvSpPr>
        <p:spPr>
          <a:xfrm>
            <a:off x="6000750" y="154766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기업 정보 출력</a:t>
            </a:r>
          </a:p>
        </p:txBody>
      </p:sp>
      <p:sp>
        <p:nvSpPr>
          <p:cNvPr id="19" name="Google Shape;93;p16">
            <a:extLst>
              <a:ext uri="{FF2B5EF4-FFF2-40B4-BE49-F238E27FC236}">
                <a16:creationId xmlns:a16="http://schemas.microsoft.com/office/drawing/2014/main" id="{D3CA8419-A601-453E-8258-B6F5A4181EE2}"/>
              </a:ext>
            </a:extLst>
          </p:cNvPr>
          <p:cNvSpPr/>
          <p:nvPr/>
        </p:nvSpPr>
        <p:spPr>
          <a:xfrm>
            <a:off x="6000750" y="2189925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공고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등록</a:t>
            </a:r>
            <a:r>
              <a:rPr lang="en-US" altLang="ko-KR" sz="1200" dirty="0"/>
              <a:t>/</a:t>
            </a:r>
            <a:r>
              <a:rPr lang="ko-KR" altLang="en-US" sz="1200" dirty="0"/>
              <a:t>해제 </a:t>
            </a:r>
          </a:p>
        </p:txBody>
      </p:sp>
      <p:sp>
        <p:nvSpPr>
          <p:cNvPr id="20" name="Google Shape;93;p16">
            <a:extLst>
              <a:ext uri="{FF2B5EF4-FFF2-40B4-BE49-F238E27FC236}">
                <a16:creationId xmlns:a16="http://schemas.microsoft.com/office/drawing/2014/main" id="{68CCEB7F-1176-4ADA-8084-35865B4EE4C2}"/>
              </a:ext>
            </a:extLst>
          </p:cNvPr>
          <p:cNvSpPr/>
          <p:nvPr/>
        </p:nvSpPr>
        <p:spPr>
          <a:xfrm>
            <a:off x="4235450" y="2918751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공고문 화면 출력</a:t>
            </a:r>
          </a:p>
        </p:txBody>
      </p:sp>
      <p:sp>
        <p:nvSpPr>
          <p:cNvPr id="21" name="Google Shape;93;p16">
            <a:extLst>
              <a:ext uri="{FF2B5EF4-FFF2-40B4-BE49-F238E27FC236}">
                <a16:creationId xmlns:a16="http://schemas.microsoft.com/office/drawing/2014/main" id="{9490715B-2EE6-4EEB-B81E-C2B60F131A74}"/>
              </a:ext>
            </a:extLst>
          </p:cNvPr>
          <p:cNvSpPr/>
          <p:nvPr/>
        </p:nvSpPr>
        <p:spPr>
          <a:xfrm>
            <a:off x="4235450" y="4115513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공고 캘린더 출력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0DCC6E-3B63-432B-ACF9-DE16CD27E358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3695700" y="2006244"/>
            <a:ext cx="539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0B9C5C8-B6CE-4649-A394-1D1AA1D3BBD4}"/>
              </a:ext>
            </a:extLst>
          </p:cNvPr>
          <p:cNvCxnSpPr>
            <a:stCxn id="26" idx="3"/>
            <a:endCxn id="18" idx="1"/>
          </p:cNvCxnSpPr>
          <p:nvPr/>
        </p:nvCxnSpPr>
        <p:spPr>
          <a:xfrm flipV="1">
            <a:off x="5583776" y="1731345"/>
            <a:ext cx="416974" cy="2748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3FCCE2E-0868-4269-9302-D487C789106F}"/>
              </a:ext>
            </a:extLst>
          </p:cNvPr>
          <p:cNvCxnSpPr>
            <a:stCxn id="26" idx="3"/>
            <a:endCxn id="19" idx="1"/>
          </p:cNvCxnSpPr>
          <p:nvPr/>
        </p:nvCxnSpPr>
        <p:spPr>
          <a:xfrm>
            <a:off x="5583776" y="2006244"/>
            <a:ext cx="416974" cy="367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6615A7F-2E45-4AAF-937B-70C34FACAD79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3695700" y="3102432"/>
            <a:ext cx="539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B68B238-6CA9-4570-BDF2-CF8680EE3FDF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3695700" y="4299194"/>
            <a:ext cx="5397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18CBE11-E390-40A0-8ABF-4B2AC439959C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FAB23C8-7469-4892-918E-E9EDE3C0AF4C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32ACB0F-9455-4AEF-9F99-3F0815E47F08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891D8E2-899E-410E-A012-6283934CFFDF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66FEEEC-C487-43DF-80CC-B7548CD801F2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C3634A0-13B0-4935-B255-0A1B1A1A48D5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454F6EF-1A96-40B6-A7E7-9EFE68C97AD8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52877F4-9D8F-4DF2-B5BA-F3323D57ABEA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CAED3B7-DE92-48BE-A5FE-1696CDBF56FA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0346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0681" y="74080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인재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Google Shape;158;p21">
            <a:extLst>
              <a:ext uri="{FF2B5EF4-FFF2-40B4-BE49-F238E27FC236}">
                <a16:creationId xmlns:a16="http://schemas.microsoft.com/office/drawing/2014/main" id="{F1AF26EC-E324-4129-8DFF-8CAC0371E98D}"/>
              </a:ext>
            </a:extLst>
          </p:cNvPr>
          <p:cNvSpPr/>
          <p:nvPr/>
        </p:nvSpPr>
        <p:spPr>
          <a:xfrm>
            <a:off x="1223424" y="1552653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인재 조회</a:t>
            </a:r>
            <a:endParaRPr dirty="0"/>
          </a:p>
        </p:txBody>
      </p:sp>
      <p:sp>
        <p:nvSpPr>
          <p:cNvPr id="37" name="Google Shape;158;p21">
            <a:extLst>
              <a:ext uri="{FF2B5EF4-FFF2-40B4-BE49-F238E27FC236}">
                <a16:creationId xmlns:a16="http://schemas.microsoft.com/office/drawing/2014/main" id="{0C5C0ECE-E840-4586-8413-932DD44C245C}"/>
              </a:ext>
            </a:extLst>
          </p:cNvPr>
          <p:cNvSpPr/>
          <p:nvPr/>
        </p:nvSpPr>
        <p:spPr>
          <a:xfrm>
            <a:off x="1223424" y="2579882"/>
            <a:ext cx="1348326" cy="588924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자사에 관심 등록한 인재 목록 출력</a:t>
            </a:r>
          </a:p>
        </p:txBody>
      </p:sp>
      <p:sp>
        <p:nvSpPr>
          <p:cNvPr id="40" name="Google Shape;93;p16">
            <a:extLst>
              <a:ext uri="{FF2B5EF4-FFF2-40B4-BE49-F238E27FC236}">
                <a16:creationId xmlns:a16="http://schemas.microsoft.com/office/drawing/2014/main" id="{7A3DBD0D-8678-475C-AACC-C8F151393E70}"/>
              </a:ext>
            </a:extLst>
          </p:cNvPr>
          <p:cNvSpPr/>
          <p:nvPr/>
        </p:nvSpPr>
        <p:spPr>
          <a:xfrm>
            <a:off x="2914650" y="2690663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인재 선택</a:t>
            </a:r>
          </a:p>
        </p:txBody>
      </p:sp>
      <p:sp>
        <p:nvSpPr>
          <p:cNvPr id="41" name="Google Shape;93;p16">
            <a:extLst>
              <a:ext uri="{FF2B5EF4-FFF2-40B4-BE49-F238E27FC236}">
                <a16:creationId xmlns:a16="http://schemas.microsoft.com/office/drawing/2014/main" id="{4702545A-9903-4052-A9A5-7489FC80E511}"/>
              </a:ext>
            </a:extLst>
          </p:cNvPr>
          <p:cNvSpPr/>
          <p:nvPr/>
        </p:nvSpPr>
        <p:spPr>
          <a:xfrm>
            <a:off x="4479954" y="2690663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메시지 송신</a:t>
            </a:r>
          </a:p>
        </p:txBody>
      </p:sp>
      <p:sp>
        <p:nvSpPr>
          <p:cNvPr id="42" name="Google Shape;93;p16">
            <a:extLst>
              <a:ext uri="{FF2B5EF4-FFF2-40B4-BE49-F238E27FC236}">
                <a16:creationId xmlns:a16="http://schemas.microsoft.com/office/drawing/2014/main" id="{C754961B-E60B-4828-8F26-86BFEA2E90D3}"/>
              </a:ext>
            </a:extLst>
          </p:cNvPr>
          <p:cNvSpPr/>
          <p:nvPr/>
        </p:nvSpPr>
        <p:spPr>
          <a:xfrm>
            <a:off x="4473604" y="4067003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인재 상세 정보</a:t>
            </a:r>
          </a:p>
        </p:txBody>
      </p:sp>
      <p:sp>
        <p:nvSpPr>
          <p:cNvPr id="43" name="Google Shape;93;p16">
            <a:extLst>
              <a:ext uri="{FF2B5EF4-FFF2-40B4-BE49-F238E27FC236}">
                <a16:creationId xmlns:a16="http://schemas.microsoft.com/office/drawing/2014/main" id="{F15ABA3B-C904-4F9F-B8B2-5F85FCF00EA7}"/>
              </a:ext>
            </a:extLst>
          </p:cNvPr>
          <p:cNvSpPr/>
          <p:nvPr/>
        </p:nvSpPr>
        <p:spPr>
          <a:xfrm>
            <a:off x="6034598" y="4429179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해당 인재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이력서 열람</a:t>
            </a:r>
          </a:p>
        </p:txBody>
      </p:sp>
      <p:sp>
        <p:nvSpPr>
          <p:cNvPr id="44" name="Google Shape;93;p16">
            <a:extLst>
              <a:ext uri="{FF2B5EF4-FFF2-40B4-BE49-F238E27FC236}">
                <a16:creationId xmlns:a16="http://schemas.microsoft.com/office/drawing/2014/main" id="{01668461-3415-4257-BA64-CB40EE9B4791}"/>
              </a:ext>
            </a:extLst>
          </p:cNvPr>
          <p:cNvSpPr/>
          <p:nvPr/>
        </p:nvSpPr>
        <p:spPr>
          <a:xfrm>
            <a:off x="6034598" y="3692840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해당 인재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자기소개 열람</a:t>
            </a:r>
          </a:p>
        </p:txBody>
      </p:sp>
      <p:sp>
        <p:nvSpPr>
          <p:cNvPr id="45" name="Google Shape;93;p16">
            <a:extLst>
              <a:ext uri="{FF2B5EF4-FFF2-40B4-BE49-F238E27FC236}">
                <a16:creationId xmlns:a16="http://schemas.microsoft.com/office/drawing/2014/main" id="{969EB084-5376-41D1-AA3C-4C27C30B13DA}"/>
              </a:ext>
            </a:extLst>
          </p:cNvPr>
          <p:cNvSpPr/>
          <p:nvPr/>
        </p:nvSpPr>
        <p:spPr>
          <a:xfrm>
            <a:off x="4473604" y="1308770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인재</a:t>
            </a:r>
          </a:p>
        </p:txBody>
      </p:sp>
      <p:sp>
        <p:nvSpPr>
          <p:cNvPr id="46" name="Google Shape;93;p16">
            <a:extLst>
              <a:ext uri="{FF2B5EF4-FFF2-40B4-BE49-F238E27FC236}">
                <a16:creationId xmlns:a16="http://schemas.microsoft.com/office/drawing/2014/main" id="{24DD1831-B1FE-4032-8A37-DC245900959B}"/>
              </a:ext>
            </a:extLst>
          </p:cNvPr>
          <p:cNvSpPr/>
          <p:nvPr/>
        </p:nvSpPr>
        <p:spPr>
          <a:xfrm>
            <a:off x="5990148" y="767428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/>
              <a:t>＇</a:t>
            </a:r>
            <a:r>
              <a:rPr lang="ko-KR" altLang="en-US" sz="1200" dirty="0"/>
              <a:t>하트</a:t>
            </a:r>
            <a:r>
              <a:rPr lang="en-US" altLang="ko-KR" sz="1200" dirty="0"/>
              <a:t>’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아이콘 선택</a:t>
            </a:r>
          </a:p>
        </p:txBody>
      </p:sp>
      <p:sp>
        <p:nvSpPr>
          <p:cNvPr id="47" name="Google Shape;93;p16">
            <a:extLst>
              <a:ext uri="{FF2B5EF4-FFF2-40B4-BE49-F238E27FC236}">
                <a16:creationId xmlns:a16="http://schemas.microsoft.com/office/drawing/2014/main" id="{015E0A98-ED0C-4D20-B439-0A282CD9274F}"/>
              </a:ext>
            </a:extLst>
          </p:cNvPr>
          <p:cNvSpPr/>
          <p:nvPr/>
        </p:nvSpPr>
        <p:spPr>
          <a:xfrm>
            <a:off x="5993309" y="1854352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/>
              <a:t>‘</a:t>
            </a:r>
            <a:r>
              <a:rPr lang="ko-KR" altLang="en-US" sz="1200" dirty="0"/>
              <a:t>종</a:t>
            </a:r>
            <a:r>
              <a:rPr lang="en-US" altLang="ko-KR" sz="1200" dirty="0"/>
              <a:t>’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아이콘 선택</a:t>
            </a:r>
          </a:p>
        </p:txBody>
      </p:sp>
      <p:sp>
        <p:nvSpPr>
          <p:cNvPr id="49" name="Google Shape;93;p16">
            <a:extLst>
              <a:ext uri="{FF2B5EF4-FFF2-40B4-BE49-F238E27FC236}">
                <a16:creationId xmlns:a16="http://schemas.microsoft.com/office/drawing/2014/main" id="{6DA29A84-ECDE-4179-AD0A-C1BB47D05CF7}"/>
              </a:ext>
            </a:extLst>
          </p:cNvPr>
          <p:cNvSpPr/>
          <p:nvPr/>
        </p:nvSpPr>
        <p:spPr>
          <a:xfrm>
            <a:off x="7571298" y="530640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인재 등록</a:t>
            </a:r>
          </a:p>
        </p:txBody>
      </p:sp>
      <p:sp>
        <p:nvSpPr>
          <p:cNvPr id="50" name="Google Shape;93;p16">
            <a:extLst>
              <a:ext uri="{FF2B5EF4-FFF2-40B4-BE49-F238E27FC236}">
                <a16:creationId xmlns:a16="http://schemas.microsoft.com/office/drawing/2014/main" id="{C51A6558-3A8B-4FF6-B67B-C4A7FE1FDFAA}"/>
              </a:ext>
            </a:extLst>
          </p:cNvPr>
          <p:cNvSpPr/>
          <p:nvPr/>
        </p:nvSpPr>
        <p:spPr>
          <a:xfrm>
            <a:off x="7571298" y="1108157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인재 해제</a:t>
            </a:r>
          </a:p>
        </p:txBody>
      </p:sp>
      <p:sp>
        <p:nvSpPr>
          <p:cNvPr id="51" name="Google Shape;93;p16">
            <a:extLst>
              <a:ext uri="{FF2B5EF4-FFF2-40B4-BE49-F238E27FC236}">
                <a16:creationId xmlns:a16="http://schemas.microsoft.com/office/drawing/2014/main" id="{B57B301C-A567-4991-9140-1DC82354C640}"/>
              </a:ext>
            </a:extLst>
          </p:cNvPr>
          <p:cNvSpPr/>
          <p:nvPr/>
        </p:nvSpPr>
        <p:spPr>
          <a:xfrm>
            <a:off x="7571298" y="1667399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인재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알람 등록</a:t>
            </a:r>
          </a:p>
        </p:txBody>
      </p:sp>
      <p:sp>
        <p:nvSpPr>
          <p:cNvPr id="52" name="Google Shape;93;p16">
            <a:extLst>
              <a:ext uri="{FF2B5EF4-FFF2-40B4-BE49-F238E27FC236}">
                <a16:creationId xmlns:a16="http://schemas.microsoft.com/office/drawing/2014/main" id="{193222C7-E040-47F6-BAB2-37F856C2D90A}"/>
              </a:ext>
            </a:extLst>
          </p:cNvPr>
          <p:cNvSpPr/>
          <p:nvPr/>
        </p:nvSpPr>
        <p:spPr>
          <a:xfrm>
            <a:off x="7571298" y="2134441"/>
            <a:ext cx="1348326" cy="367362"/>
          </a:xfrm>
          <a:prstGeom prst="flowChartTerminator">
            <a:avLst/>
          </a:prstGeom>
          <a:solidFill>
            <a:srgbClr val="DEF2F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관심 인재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알람 해제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E5852CE-7B08-41F1-AC98-03481A03ED93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>
          <a:xfrm>
            <a:off x="1897587" y="2141577"/>
            <a:ext cx="0" cy="438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6D23F26-BAD2-43FA-BAB7-64A98CB710B9}"/>
              </a:ext>
            </a:extLst>
          </p:cNvPr>
          <p:cNvCxnSpPr>
            <a:cxnSpLocks/>
            <a:stCxn id="37" idx="3"/>
            <a:endCxn id="40" idx="1"/>
          </p:cNvCxnSpPr>
          <p:nvPr/>
        </p:nvCxnSpPr>
        <p:spPr>
          <a:xfrm>
            <a:off x="2571750" y="2874344"/>
            <a:ext cx="342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C98AE7B-C401-4359-8925-CFDE2567FED3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4262976" y="2874344"/>
            <a:ext cx="2169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2595633-ADF0-4373-8CF0-F75222FDC79A}"/>
              </a:ext>
            </a:extLst>
          </p:cNvPr>
          <p:cNvCxnSpPr/>
          <p:nvPr/>
        </p:nvCxnSpPr>
        <p:spPr>
          <a:xfrm flipV="1">
            <a:off x="4371465" y="1483718"/>
            <a:ext cx="0" cy="1390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EAF9FAA-FF6C-48B7-8CEE-70591713F3BE}"/>
              </a:ext>
            </a:extLst>
          </p:cNvPr>
          <p:cNvCxnSpPr/>
          <p:nvPr/>
        </p:nvCxnSpPr>
        <p:spPr>
          <a:xfrm flipV="1">
            <a:off x="4371465" y="2866586"/>
            <a:ext cx="0" cy="1390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9EE48B9-7C71-4F49-AFC8-89E6A6B49693}"/>
              </a:ext>
            </a:extLst>
          </p:cNvPr>
          <p:cNvCxnSpPr>
            <a:cxnSpLocks/>
          </p:cNvCxnSpPr>
          <p:nvPr/>
        </p:nvCxnSpPr>
        <p:spPr>
          <a:xfrm>
            <a:off x="4371465" y="1490070"/>
            <a:ext cx="1021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2CA193E-C5CB-44AD-AAED-312DE932C689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4371465" y="4250684"/>
            <a:ext cx="1021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997A4E14-D0D5-48DC-BC8B-2E7642451A7D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5821930" y="1492451"/>
            <a:ext cx="171379" cy="545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D5E6ADD1-3F94-45FB-A991-FDE7BEB54C70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 flipV="1">
            <a:off x="5821930" y="951109"/>
            <a:ext cx="168218" cy="541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07E3C668-9BB1-42A0-89D0-CDF2FE8914C2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 flipV="1">
            <a:off x="7338474" y="714321"/>
            <a:ext cx="232824" cy="236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C8408562-6ACE-400E-88EF-36617522FA59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>
            <a:off x="7338474" y="951109"/>
            <a:ext cx="232824" cy="340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59C8FD73-25EB-4E54-A1B3-A0A7AB22FCC5}"/>
              </a:ext>
            </a:extLst>
          </p:cNvPr>
          <p:cNvCxnSpPr>
            <a:cxnSpLocks/>
            <a:stCxn id="47" idx="3"/>
            <a:endCxn id="51" idx="1"/>
          </p:cNvCxnSpPr>
          <p:nvPr/>
        </p:nvCxnSpPr>
        <p:spPr>
          <a:xfrm flipV="1">
            <a:off x="7341635" y="1851080"/>
            <a:ext cx="229663" cy="186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AF7E5391-C72D-4573-90A3-F4E75A8F90CF}"/>
              </a:ext>
            </a:extLst>
          </p:cNvPr>
          <p:cNvCxnSpPr>
            <a:cxnSpLocks/>
            <a:stCxn id="47" idx="3"/>
            <a:endCxn id="52" idx="1"/>
          </p:cNvCxnSpPr>
          <p:nvPr/>
        </p:nvCxnSpPr>
        <p:spPr>
          <a:xfrm>
            <a:off x="7341635" y="2038033"/>
            <a:ext cx="229663" cy="280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52B076E0-0845-4133-A1AB-63CF2D4310C1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 flipV="1">
            <a:off x="5821930" y="3876521"/>
            <a:ext cx="212668" cy="374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DCE6929E-D8E9-4812-BA04-1D6E51FB6C82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5821930" y="4250684"/>
            <a:ext cx="212668" cy="362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4C78ACFE-2B47-4A8E-AED7-E473C56380B5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BF97CD3F-1840-4ED0-84A0-50F2A9C796B2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17AB7331-AE2D-4821-9B2B-3C0E79B3C646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8BD77D52-1314-491E-8976-499C2E3438DF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0AB8533-2025-4F16-935D-847C0F4C1FCA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4954AF9-1A9E-4A77-9EC9-0417BDE8053F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0EAC4DD-75C3-494F-8C8C-1F4E7DB7E5F4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F1A97248-494D-4341-9D19-5DB6022944FD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0054BA1F-B4DE-4AA6-9006-98F97D05D252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9282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8141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인재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572674" y="227728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인재 검색</a:t>
            </a:r>
            <a:endParaRPr dirty="0"/>
          </a:p>
        </p:txBody>
      </p:sp>
      <p:sp>
        <p:nvSpPr>
          <p:cNvPr id="26" name="Google Shape;93;p16">
            <a:extLst>
              <a:ext uri="{FF2B5EF4-FFF2-40B4-BE49-F238E27FC236}">
                <a16:creationId xmlns:a16="http://schemas.microsoft.com/office/drawing/2014/main" id="{0BED4DD2-F2D0-43F6-AA5E-EC1BCEF282A2}"/>
              </a:ext>
            </a:extLst>
          </p:cNvPr>
          <p:cNvSpPr/>
          <p:nvPr/>
        </p:nvSpPr>
        <p:spPr>
          <a:xfrm>
            <a:off x="3556000" y="238806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필터</a:t>
            </a:r>
          </a:p>
        </p:txBody>
      </p:sp>
      <p:sp>
        <p:nvSpPr>
          <p:cNvPr id="22" name="Google Shape;93;p16">
            <a:extLst>
              <a:ext uri="{FF2B5EF4-FFF2-40B4-BE49-F238E27FC236}">
                <a16:creationId xmlns:a16="http://schemas.microsoft.com/office/drawing/2014/main" id="{131C83AC-A7E5-4D3B-B793-CCD3A1C0AF54}"/>
              </a:ext>
            </a:extLst>
          </p:cNvPr>
          <p:cNvSpPr/>
          <p:nvPr/>
        </p:nvSpPr>
        <p:spPr>
          <a:xfrm>
            <a:off x="5441950" y="94306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분야</a:t>
            </a:r>
          </a:p>
        </p:txBody>
      </p:sp>
      <p:sp>
        <p:nvSpPr>
          <p:cNvPr id="23" name="Google Shape;93;p16">
            <a:extLst>
              <a:ext uri="{FF2B5EF4-FFF2-40B4-BE49-F238E27FC236}">
                <a16:creationId xmlns:a16="http://schemas.microsoft.com/office/drawing/2014/main" id="{FA643B06-DA7D-4B46-8060-A2C0AE5471AA}"/>
              </a:ext>
            </a:extLst>
          </p:cNvPr>
          <p:cNvSpPr/>
          <p:nvPr/>
        </p:nvSpPr>
        <p:spPr>
          <a:xfrm>
            <a:off x="5441950" y="164628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학력 조건</a:t>
            </a:r>
          </a:p>
        </p:txBody>
      </p:sp>
      <p:sp>
        <p:nvSpPr>
          <p:cNvPr id="29" name="Google Shape;93;p16">
            <a:extLst>
              <a:ext uri="{FF2B5EF4-FFF2-40B4-BE49-F238E27FC236}">
                <a16:creationId xmlns:a16="http://schemas.microsoft.com/office/drawing/2014/main" id="{39C3A70A-CE10-4CC6-B35A-86A0356AD550}"/>
              </a:ext>
            </a:extLst>
          </p:cNvPr>
          <p:cNvSpPr/>
          <p:nvPr/>
        </p:nvSpPr>
        <p:spPr>
          <a:xfrm>
            <a:off x="5492750" y="234950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활동 분야</a:t>
            </a:r>
          </a:p>
        </p:txBody>
      </p:sp>
      <p:sp>
        <p:nvSpPr>
          <p:cNvPr id="30" name="Google Shape;93;p16">
            <a:extLst>
              <a:ext uri="{FF2B5EF4-FFF2-40B4-BE49-F238E27FC236}">
                <a16:creationId xmlns:a16="http://schemas.microsoft.com/office/drawing/2014/main" id="{F009CEA1-1479-4A70-827A-65B9DF0C56E5}"/>
              </a:ext>
            </a:extLst>
          </p:cNvPr>
          <p:cNvSpPr/>
          <p:nvPr/>
        </p:nvSpPr>
        <p:spPr>
          <a:xfrm>
            <a:off x="5492750" y="3039788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연봉</a:t>
            </a:r>
            <a:r>
              <a:rPr lang="en-US" altLang="ko-KR" sz="1200" dirty="0"/>
              <a:t>/</a:t>
            </a:r>
            <a:r>
              <a:rPr lang="ko-KR" altLang="en-US" sz="1200" dirty="0"/>
              <a:t>지역</a:t>
            </a:r>
          </a:p>
        </p:txBody>
      </p:sp>
      <p:sp>
        <p:nvSpPr>
          <p:cNvPr id="20" name="Google Shape;93;p16">
            <a:extLst>
              <a:ext uri="{FF2B5EF4-FFF2-40B4-BE49-F238E27FC236}">
                <a16:creationId xmlns:a16="http://schemas.microsoft.com/office/drawing/2014/main" id="{C1D8F19B-78A9-43D9-B6B2-6E485B75D8BB}"/>
              </a:ext>
            </a:extLst>
          </p:cNvPr>
          <p:cNvSpPr/>
          <p:nvPr/>
        </p:nvSpPr>
        <p:spPr>
          <a:xfrm>
            <a:off x="5492750" y="3730076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채용 조건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43B28B6-98D7-406C-8C5D-7591592A03C6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2921000" y="2571750"/>
            <a:ext cx="63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1D471F78-F1EA-4AD2-B505-147BD4BDA431}"/>
              </a:ext>
            </a:extLst>
          </p:cNvPr>
          <p:cNvSpPr/>
          <p:nvPr/>
        </p:nvSpPr>
        <p:spPr>
          <a:xfrm>
            <a:off x="5276518" y="1130300"/>
            <a:ext cx="203532" cy="2787650"/>
          </a:xfrm>
          <a:custGeom>
            <a:avLst/>
            <a:gdLst>
              <a:gd name="connsiteX0" fmla="*/ 165432 w 203532"/>
              <a:gd name="connsiteY0" fmla="*/ 0 h 2787650"/>
              <a:gd name="connsiteX1" fmla="*/ 332 w 203532"/>
              <a:gd name="connsiteY1" fmla="*/ 1441450 h 2787650"/>
              <a:gd name="connsiteX2" fmla="*/ 203532 w 203532"/>
              <a:gd name="connsiteY2" fmla="*/ 2787650 h 278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32" h="2787650">
                <a:moveTo>
                  <a:pt x="165432" y="0"/>
                </a:moveTo>
                <a:cubicBezTo>
                  <a:pt x="79707" y="488421"/>
                  <a:pt x="-6018" y="976842"/>
                  <a:pt x="332" y="1441450"/>
                </a:cubicBezTo>
                <a:cubicBezTo>
                  <a:pt x="6682" y="1906058"/>
                  <a:pt x="105107" y="2346854"/>
                  <a:pt x="203532" y="278765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0500C97-8088-4FE1-84DE-80A4279C0C5F}"/>
              </a:ext>
            </a:extLst>
          </p:cNvPr>
          <p:cNvCxnSpPr>
            <a:stCxn id="26" idx="3"/>
            <a:endCxn id="7" idx="1"/>
          </p:cNvCxnSpPr>
          <p:nvPr/>
        </p:nvCxnSpPr>
        <p:spPr>
          <a:xfrm>
            <a:off x="4904326" y="2571750"/>
            <a:ext cx="372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B0C7576-D246-41B5-BC17-22A31336B754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127215D-04EC-4E7E-AC56-F1B6BBF44189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0CC1522-13D4-403B-89EA-12A2197EBABC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95760F0-D125-4623-86A7-CF610DB8CA35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8B709C6-2CE7-484F-9613-D3E175104B97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2CAC0D4-B73E-45A3-9CB2-39E8BDC35315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812F161-94C7-4340-84B7-29354035EF63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7A98C0E-EDA9-458E-B308-3B77400D7653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5D38011-F66D-48B6-85EA-C77FA8992549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4550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80634" y="71831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게시판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2854104" y="154585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게시판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댓글 관리</a:t>
            </a:r>
            <a:endParaRPr dirty="0"/>
          </a:p>
        </p:txBody>
      </p:sp>
      <p:sp>
        <p:nvSpPr>
          <p:cNvPr id="26" name="Google Shape;93;p16">
            <a:extLst>
              <a:ext uri="{FF2B5EF4-FFF2-40B4-BE49-F238E27FC236}">
                <a16:creationId xmlns:a16="http://schemas.microsoft.com/office/drawing/2014/main" id="{0BED4DD2-F2D0-43F6-AA5E-EC1BCEF282A2}"/>
              </a:ext>
            </a:extLst>
          </p:cNvPr>
          <p:cNvSpPr/>
          <p:nvPr/>
        </p:nvSpPr>
        <p:spPr>
          <a:xfrm>
            <a:off x="4697730" y="93325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댓글 조회</a:t>
            </a:r>
          </a:p>
        </p:txBody>
      </p:sp>
      <p:sp>
        <p:nvSpPr>
          <p:cNvPr id="14" name="Google Shape;93;p16">
            <a:extLst>
              <a:ext uri="{FF2B5EF4-FFF2-40B4-BE49-F238E27FC236}">
                <a16:creationId xmlns:a16="http://schemas.microsoft.com/office/drawing/2014/main" id="{8161CC82-22D6-404B-9386-4A9F5E440039}"/>
              </a:ext>
            </a:extLst>
          </p:cNvPr>
          <p:cNvSpPr/>
          <p:nvPr/>
        </p:nvSpPr>
        <p:spPr>
          <a:xfrm>
            <a:off x="4697730" y="1423743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댓글 작성</a:t>
            </a:r>
          </a:p>
        </p:txBody>
      </p:sp>
      <p:sp>
        <p:nvSpPr>
          <p:cNvPr id="15" name="Google Shape;93;p16">
            <a:extLst>
              <a:ext uri="{FF2B5EF4-FFF2-40B4-BE49-F238E27FC236}">
                <a16:creationId xmlns:a16="http://schemas.microsoft.com/office/drawing/2014/main" id="{FF7DEDB5-235D-4808-9D1A-AC5FF1FF0489}"/>
              </a:ext>
            </a:extLst>
          </p:cNvPr>
          <p:cNvSpPr/>
          <p:nvPr/>
        </p:nvSpPr>
        <p:spPr>
          <a:xfrm>
            <a:off x="4697730" y="1923762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댓글 수정</a:t>
            </a:r>
          </a:p>
        </p:txBody>
      </p:sp>
      <p:sp>
        <p:nvSpPr>
          <p:cNvPr id="16" name="Google Shape;93;p16">
            <a:extLst>
              <a:ext uri="{FF2B5EF4-FFF2-40B4-BE49-F238E27FC236}">
                <a16:creationId xmlns:a16="http://schemas.microsoft.com/office/drawing/2014/main" id="{A4C61DB5-C4C6-4315-8C51-2697C7874EE0}"/>
              </a:ext>
            </a:extLst>
          </p:cNvPr>
          <p:cNvSpPr/>
          <p:nvPr/>
        </p:nvSpPr>
        <p:spPr>
          <a:xfrm>
            <a:off x="4697730" y="2419018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댓글 삭제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8A7346D-F726-4D0F-BBBC-6E307E15C93B}"/>
              </a:ext>
            </a:extLst>
          </p:cNvPr>
          <p:cNvCxnSpPr>
            <a:stCxn id="5" idx="3"/>
          </p:cNvCxnSpPr>
          <p:nvPr/>
        </p:nvCxnSpPr>
        <p:spPr>
          <a:xfrm>
            <a:off x="4202430" y="1840318"/>
            <a:ext cx="36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9357AD9-29F6-4452-B43C-695760D2261C}"/>
              </a:ext>
            </a:extLst>
          </p:cNvPr>
          <p:cNvCxnSpPr>
            <a:stCxn id="26" idx="1"/>
          </p:cNvCxnSpPr>
          <p:nvPr/>
        </p:nvCxnSpPr>
        <p:spPr>
          <a:xfrm flipH="1" flipV="1">
            <a:off x="4564380" y="1116330"/>
            <a:ext cx="133350" cy="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2C45685-EC05-4A1B-A1A4-5C25C374843C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4564380" y="2602699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6ED7142-C5CE-440F-8523-29DBE2D8C90F}"/>
              </a:ext>
            </a:extLst>
          </p:cNvPr>
          <p:cNvCxnSpPr/>
          <p:nvPr/>
        </p:nvCxnSpPr>
        <p:spPr>
          <a:xfrm>
            <a:off x="4564380" y="1116330"/>
            <a:ext cx="0" cy="1486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1A2B22C-0688-4045-8298-D725C3D426D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564380" y="1607424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B94E8DFA-B671-4411-89E0-5F3D88617587}"/>
              </a:ext>
            </a:extLst>
          </p:cNvPr>
          <p:cNvCxnSpPr>
            <a:endCxn id="15" idx="1"/>
          </p:cNvCxnSpPr>
          <p:nvPr/>
        </p:nvCxnSpPr>
        <p:spPr>
          <a:xfrm>
            <a:off x="4564380" y="2107443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158;p21">
            <a:extLst>
              <a:ext uri="{FF2B5EF4-FFF2-40B4-BE49-F238E27FC236}">
                <a16:creationId xmlns:a16="http://schemas.microsoft.com/office/drawing/2014/main" id="{E784483F-E56B-4A1E-9A17-3EE3836ABBEE}"/>
              </a:ext>
            </a:extLst>
          </p:cNvPr>
          <p:cNvSpPr/>
          <p:nvPr/>
        </p:nvSpPr>
        <p:spPr>
          <a:xfrm>
            <a:off x="2861724" y="3656596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게시판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대댓글</a:t>
            </a:r>
            <a:r>
              <a:rPr lang="ko-KR" altLang="en-US" dirty="0"/>
              <a:t> 관리</a:t>
            </a:r>
            <a:endParaRPr dirty="0"/>
          </a:p>
        </p:txBody>
      </p:sp>
      <p:sp>
        <p:nvSpPr>
          <p:cNvPr id="38" name="Google Shape;93;p16">
            <a:extLst>
              <a:ext uri="{FF2B5EF4-FFF2-40B4-BE49-F238E27FC236}">
                <a16:creationId xmlns:a16="http://schemas.microsoft.com/office/drawing/2014/main" id="{FF2ACA23-89C6-458A-AF2F-58121C0E52C8}"/>
              </a:ext>
            </a:extLst>
          </p:cNvPr>
          <p:cNvSpPr/>
          <p:nvPr/>
        </p:nvSpPr>
        <p:spPr>
          <a:xfrm>
            <a:off x="4705350" y="304399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댓글 조회</a:t>
            </a:r>
          </a:p>
        </p:txBody>
      </p:sp>
      <p:sp>
        <p:nvSpPr>
          <p:cNvPr id="39" name="Google Shape;93;p16">
            <a:extLst>
              <a:ext uri="{FF2B5EF4-FFF2-40B4-BE49-F238E27FC236}">
                <a16:creationId xmlns:a16="http://schemas.microsoft.com/office/drawing/2014/main" id="{A0D879C4-9E3B-436E-882A-A35AB7794B45}"/>
              </a:ext>
            </a:extLst>
          </p:cNvPr>
          <p:cNvSpPr/>
          <p:nvPr/>
        </p:nvSpPr>
        <p:spPr>
          <a:xfrm>
            <a:off x="4705350" y="3534483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/>
              <a:t>대댓글</a:t>
            </a:r>
            <a:r>
              <a:rPr lang="ko-KR" altLang="en-US" sz="1200" dirty="0"/>
              <a:t> 작성</a:t>
            </a:r>
          </a:p>
        </p:txBody>
      </p:sp>
      <p:sp>
        <p:nvSpPr>
          <p:cNvPr id="40" name="Google Shape;93;p16">
            <a:extLst>
              <a:ext uri="{FF2B5EF4-FFF2-40B4-BE49-F238E27FC236}">
                <a16:creationId xmlns:a16="http://schemas.microsoft.com/office/drawing/2014/main" id="{DFD1A8BD-DDA3-4E22-AC02-BC69CBAD1BDB}"/>
              </a:ext>
            </a:extLst>
          </p:cNvPr>
          <p:cNvSpPr/>
          <p:nvPr/>
        </p:nvSpPr>
        <p:spPr>
          <a:xfrm>
            <a:off x="4705350" y="4034502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/>
              <a:t>대댓글</a:t>
            </a:r>
            <a:r>
              <a:rPr lang="ko-KR" altLang="en-US" sz="1200" dirty="0"/>
              <a:t> 수정</a:t>
            </a:r>
          </a:p>
        </p:txBody>
      </p:sp>
      <p:sp>
        <p:nvSpPr>
          <p:cNvPr id="41" name="Google Shape;93;p16">
            <a:extLst>
              <a:ext uri="{FF2B5EF4-FFF2-40B4-BE49-F238E27FC236}">
                <a16:creationId xmlns:a16="http://schemas.microsoft.com/office/drawing/2014/main" id="{2114EA0A-CDD3-4114-B7C5-FF0807DED3EE}"/>
              </a:ext>
            </a:extLst>
          </p:cNvPr>
          <p:cNvSpPr/>
          <p:nvPr/>
        </p:nvSpPr>
        <p:spPr>
          <a:xfrm>
            <a:off x="4705350" y="4529758"/>
            <a:ext cx="1348326" cy="367362"/>
          </a:xfrm>
          <a:prstGeom prst="flowChartTerminator">
            <a:avLst/>
          </a:prstGeom>
          <a:solidFill>
            <a:srgbClr val="FFEE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/>
              <a:t>대댓글</a:t>
            </a:r>
            <a:r>
              <a:rPr lang="ko-KR" altLang="en-US" sz="1200" dirty="0"/>
              <a:t> 삭제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941EFB9-21ED-406F-98E0-011A427D82F7}"/>
              </a:ext>
            </a:extLst>
          </p:cNvPr>
          <p:cNvCxnSpPr>
            <a:stCxn id="37" idx="3"/>
          </p:cNvCxnSpPr>
          <p:nvPr/>
        </p:nvCxnSpPr>
        <p:spPr>
          <a:xfrm>
            <a:off x="4210050" y="3951058"/>
            <a:ext cx="36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E8D9BC6-F6F5-479E-9829-B945C7479F66}"/>
              </a:ext>
            </a:extLst>
          </p:cNvPr>
          <p:cNvCxnSpPr>
            <a:stCxn id="38" idx="1"/>
          </p:cNvCxnSpPr>
          <p:nvPr/>
        </p:nvCxnSpPr>
        <p:spPr>
          <a:xfrm flipH="1" flipV="1">
            <a:off x="4572000" y="3227070"/>
            <a:ext cx="133350" cy="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ED0388A-C675-43EF-B3FF-9B478795A91B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4572000" y="4713439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54F521C-B4E8-459F-B332-9B63830CE7DB}"/>
              </a:ext>
            </a:extLst>
          </p:cNvPr>
          <p:cNvCxnSpPr/>
          <p:nvPr/>
        </p:nvCxnSpPr>
        <p:spPr>
          <a:xfrm>
            <a:off x="4572000" y="3227070"/>
            <a:ext cx="0" cy="1486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A970406-2771-4CEF-AE2A-B9475CA4C03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572000" y="3718164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C69046D-6BFE-4E0F-A5FA-14403D8D7624}"/>
              </a:ext>
            </a:extLst>
          </p:cNvPr>
          <p:cNvCxnSpPr>
            <a:endCxn id="40" idx="1"/>
          </p:cNvCxnSpPr>
          <p:nvPr/>
        </p:nvCxnSpPr>
        <p:spPr>
          <a:xfrm>
            <a:off x="4572000" y="4218183"/>
            <a:ext cx="133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1BED1AB-E0D0-4565-8B6E-66932A3E0195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0CB165B-3F38-4E82-B725-A7EDA9A75C0F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317E225-A3D9-4254-B5B3-74705FE70555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4F86C01-A0EC-4CCD-8F84-7FEBB9FF63DD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2A63FCF-4108-494E-A7B2-6AC562885FE4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6A59F73-0E3B-4EEE-9BFF-0BECC3BB0BCF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7BEEF7A-4781-4A5C-8946-BD67D4979C10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F883C60-6F0E-48A2-AAA4-68F09900EE19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F14A2C1-34D5-4E75-A176-08CAECA3F0A7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1128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45588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게시판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1360584" y="1889777"/>
            <a:ext cx="1348326" cy="588924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신고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게시글 관리</a:t>
            </a:r>
            <a:endParaRPr dirty="0"/>
          </a:p>
        </p:txBody>
      </p:sp>
      <p:sp>
        <p:nvSpPr>
          <p:cNvPr id="26" name="Google Shape;93;p16">
            <a:extLst>
              <a:ext uri="{FF2B5EF4-FFF2-40B4-BE49-F238E27FC236}">
                <a16:creationId xmlns:a16="http://schemas.microsoft.com/office/drawing/2014/main" id="{0BED4DD2-F2D0-43F6-AA5E-EC1BCEF282A2}"/>
              </a:ext>
            </a:extLst>
          </p:cNvPr>
          <p:cNvSpPr/>
          <p:nvPr/>
        </p:nvSpPr>
        <p:spPr>
          <a:xfrm>
            <a:off x="3121013" y="1639341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알림</a:t>
            </a:r>
          </a:p>
        </p:txBody>
      </p:sp>
      <p:sp>
        <p:nvSpPr>
          <p:cNvPr id="28" name="Google Shape;93;p16">
            <a:extLst>
              <a:ext uri="{FF2B5EF4-FFF2-40B4-BE49-F238E27FC236}">
                <a16:creationId xmlns:a16="http://schemas.microsoft.com/office/drawing/2014/main" id="{360CDA0D-79C9-4F3E-94A8-3E2872059608}"/>
              </a:ext>
            </a:extLst>
          </p:cNvPr>
          <p:cNvSpPr/>
          <p:nvPr/>
        </p:nvSpPr>
        <p:spPr>
          <a:xfrm>
            <a:off x="3121013" y="2352830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해당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게시글 조치</a:t>
            </a:r>
          </a:p>
        </p:txBody>
      </p:sp>
      <p:sp>
        <p:nvSpPr>
          <p:cNvPr id="29" name="Google Shape;158;p21">
            <a:extLst>
              <a:ext uri="{FF2B5EF4-FFF2-40B4-BE49-F238E27FC236}">
                <a16:creationId xmlns:a16="http://schemas.microsoft.com/office/drawing/2014/main" id="{56313E41-7CAD-4BA5-9398-0DDF07E98E52}"/>
              </a:ext>
            </a:extLst>
          </p:cNvPr>
          <p:cNvSpPr/>
          <p:nvPr/>
        </p:nvSpPr>
        <p:spPr>
          <a:xfrm>
            <a:off x="5193446" y="1889978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추천 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키워드 배너</a:t>
            </a:r>
            <a:endParaRPr dirty="0"/>
          </a:p>
        </p:txBody>
      </p:sp>
      <p:sp>
        <p:nvSpPr>
          <p:cNvPr id="32" name="Google Shape;93;p16">
            <a:extLst>
              <a:ext uri="{FF2B5EF4-FFF2-40B4-BE49-F238E27FC236}">
                <a16:creationId xmlns:a16="http://schemas.microsoft.com/office/drawing/2014/main" id="{2C5995BA-204C-443F-B679-6C8D5499C24C}"/>
              </a:ext>
            </a:extLst>
          </p:cNvPr>
          <p:cNvSpPr/>
          <p:nvPr/>
        </p:nvSpPr>
        <p:spPr>
          <a:xfrm>
            <a:off x="6961286" y="2000759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추천 키워드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게시판 출력</a:t>
            </a:r>
          </a:p>
        </p:txBody>
      </p:sp>
      <p:sp>
        <p:nvSpPr>
          <p:cNvPr id="33" name="Google Shape;158;p21">
            <a:extLst>
              <a:ext uri="{FF2B5EF4-FFF2-40B4-BE49-F238E27FC236}">
                <a16:creationId xmlns:a16="http://schemas.microsoft.com/office/drawing/2014/main" id="{34E68B20-1BF6-4A00-89B3-64C19478D014}"/>
              </a:ext>
            </a:extLst>
          </p:cNvPr>
          <p:cNvSpPr/>
          <p:nvPr/>
        </p:nvSpPr>
        <p:spPr>
          <a:xfrm>
            <a:off x="1391064" y="350421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게시글 관리</a:t>
            </a:r>
            <a:endParaRPr dirty="0"/>
          </a:p>
        </p:txBody>
      </p:sp>
      <p:sp>
        <p:nvSpPr>
          <p:cNvPr id="35" name="Google Shape;93;p16">
            <a:extLst>
              <a:ext uri="{FF2B5EF4-FFF2-40B4-BE49-F238E27FC236}">
                <a16:creationId xmlns:a16="http://schemas.microsoft.com/office/drawing/2014/main" id="{2E16F3D9-4192-4EEE-B610-36E86F6BCD69}"/>
              </a:ext>
            </a:extLst>
          </p:cNvPr>
          <p:cNvSpPr/>
          <p:nvPr/>
        </p:nvSpPr>
        <p:spPr>
          <a:xfrm>
            <a:off x="3227484" y="361500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게시글 작성</a:t>
            </a:r>
          </a:p>
        </p:txBody>
      </p:sp>
      <p:sp>
        <p:nvSpPr>
          <p:cNvPr id="36" name="Google Shape;93;p16">
            <a:extLst>
              <a:ext uri="{FF2B5EF4-FFF2-40B4-BE49-F238E27FC236}">
                <a16:creationId xmlns:a16="http://schemas.microsoft.com/office/drawing/2014/main" id="{A4AD3144-1F20-492C-AAC7-737B16DB38F2}"/>
              </a:ext>
            </a:extLst>
          </p:cNvPr>
          <p:cNvSpPr/>
          <p:nvPr/>
        </p:nvSpPr>
        <p:spPr>
          <a:xfrm>
            <a:off x="5193446" y="2924347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댓글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대댓글</a:t>
            </a:r>
            <a:r>
              <a:rPr lang="ko-KR" altLang="en-US" sz="1200" dirty="0"/>
              <a:t> 작성</a:t>
            </a:r>
          </a:p>
        </p:txBody>
      </p:sp>
      <p:sp>
        <p:nvSpPr>
          <p:cNvPr id="48" name="Google Shape;93;p16">
            <a:extLst>
              <a:ext uri="{FF2B5EF4-FFF2-40B4-BE49-F238E27FC236}">
                <a16:creationId xmlns:a16="http://schemas.microsoft.com/office/drawing/2014/main" id="{0EBD92BB-A022-47AA-A0D0-283DA8A9B4E1}"/>
              </a:ext>
            </a:extLst>
          </p:cNvPr>
          <p:cNvSpPr/>
          <p:nvPr/>
        </p:nvSpPr>
        <p:spPr>
          <a:xfrm>
            <a:off x="6877466" y="2921344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베스트 댓글</a:t>
            </a:r>
          </a:p>
        </p:txBody>
      </p:sp>
      <p:sp>
        <p:nvSpPr>
          <p:cNvPr id="49" name="Google Shape;93;p16">
            <a:extLst>
              <a:ext uri="{FF2B5EF4-FFF2-40B4-BE49-F238E27FC236}">
                <a16:creationId xmlns:a16="http://schemas.microsoft.com/office/drawing/2014/main" id="{D691B345-AB06-4BD0-A64A-3084503B0C84}"/>
              </a:ext>
            </a:extLst>
          </p:cNvPr>
          <p:cNvSpPr/>
          <p:nvPr/>
        </p:nvSpPr>
        <p:spPr>
          <a:xfrm>
            <a:off x="5193446" y="436420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조회수</a:t>
            </a:r>
            <a:r>
              <a:rPr lang="en-US" altLang="ko-KR" sz="1200" dirty="0"/>
              <a:t>/ </a:t>
            </a:r>
            <a:r>
              <a:rPr lang="ko-KR" altLang="en-US" sz="1200" dirty="0" err="1"/>
              <a:t>추천수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계산</a:t>
            </a:r>
          </a:p>
        </p:txBody>
      </p:sp>
      <p:sp>
        <p:nvSpPr>
          <p:cNvPr id="50" name="Google Shape;93;p16">
            <a:extLst>
              <a:ext uri="{FF2B5EF4-FFF2-40B4-BE49-F238E27FC236}">
                <a16:creationId xmlns:a16="http://schemas.microsoft.com/office/drawing/2014/main" id="{3F25912D-24F4-40C5-A19F-98CD217CEFFF}"/>
              </a:ext>
            </a:extLst>
          </p:cNvPr>
          <p:cNvSpPr/>
          <p:nvPr/>
        </p:nvSpPr>
        <p:spPr>
          <a:xfrm>
            <a:off x="6877466" y="4364204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토픽 베스트 선정</a:t>
            </a:r>
          </a:p>
        </p:txBody>
      </p:sp>
      <p:sp>
        <p:nvSpPr>
          <p:cNvPr id="51" name="Google Shape;93;p16">
            <a:extLst>
              <a:ext uri="{FF2B5EF4-FFF2-40B4-BE49-F238E27FC236}">
                <a16:creationId xmlns:a16="http://schemas.microsoft.com/office/drawing/2014/main" id="{8237BDCD-84C5-4225-A733-60EC066E2F61}"/>
              </a:ext>
            </a:extLst>
          </p:cNvPr>
          <p:cNvSpPr/>
          <p:nvPr/>
        </p:nvSpPr>
        <p:spPr>
          <a:xfrm>
            <a:off x="5193446" y="3615000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신고 기능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A7F0389-3194-45CE-BA1E-CBF488BA4E4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08910" y="2184239"/>
            <a:ext cx="208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03997C8-8368-4066-996D-1B21C344ADD6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2917508" y="1823022"/>
            <a:ext cx="2035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48BA70B-B34F-4EF9-AEB6-83DA6B2D0957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2917508" y="2536511"/>
            <a:ext cx="203505" cy="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5096014-6031-4800-941F-F67175746900}"/>
              </a:ext>
            </a:extLst>
          </p:cNvPr>
          <p:cNvCxnSpPr/>
          <p:nvPr/>
        </p:nvCxnSpPr>
        <p:spPr>
          <a:xfrm>
            <a:off x="2917508" y="1823022"/>
            <a:ext cx="0" cy="713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3ACBAA2-CECC-44CE-A36B-589062E3934C}"/>
              </a:ext>
            </a:extLst>
          </p:cNvPr>
          <p:cNvCxnSpPr>
            <a:stCxn id="29" idx="3"/>
            <a:endCxn id="32" idx="1"/>
          </p:cNvCxnSpPr>
          <p:nvPr/>
        </p:nvCxnSpPr>
        <p:spPr>
          <a:xfrm>
            <a:off x="6541772" y="2184440"/>
            <a:ext cx="41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4090B8D-0CF0-4EF9-9CBC-C940B06146A5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2739390" y="3798681"/>
            <a:ext cx="4880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4E6E69B-739B-487E-8634-8A2098AD87DF}"/>
              </a:ext>
            </a:extLst>
          </p:cNvPr>
          <p:cNvCxnSpPr>
            <a:stCxn id="35" idx="3"/>
            <a:endCxn id="51" idx="1"/>
          </p:cNvCxnSpPr>
          <p:nvPr/>
        </p:nvCxnSpPr>
        <p:spPr>
          <a:xfrm>
            <a:off x="4575810" y="3798681"/>
            <a:ext cx="617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F2B2294-0706-4754-906C-128080C4D22A}"/>
              </a:ext>
            </a:extLst>
          </p:cNvPr>
          <p:cNvCxnSpPr>
            <a:stCxn id="36" idx="1"/>
          </p:cNvCxnSpPr>
          <p:nvPr/>
        </p:nvCxnSpPr>
        <p:spPr>
          <a:xfrm flipH="1">
            <a:off x="4884628" y="3108028"/>
            <a:ext cx="308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C49063B-4D29-4C05-B461-B1914C6B4BC4}"/>
              </a:ext>
            </a:extLst>
          </p:cNvPr>
          <p:cNvCxnSpPr>
            <a:stCxn id="49" idx="1"/>
          </p:cNvCxnSpPr>
          <p:nvPr/>
        </p:nvCxnSpPr>
        <p:spPr>
          <a:xfrm flipH="1">
            <a:off x="4884628" y="4547885"/>
            <a:ext cx="308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A7C661E-6FC9-4B3D-A6C8-A13FFBF21625}"/>
              </a:ext>
            </a:extLst>
          </p:cNvPr>
          <p:cNvCxnSpPr/>
          <p:nvPr/>
        </p:nvCxnSpPr>
        <p:spPr>
          <a:xfrm>
            <a:off x="4884628" y="3108028"/>
            <a:ext cx="0" cy="1439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373F682F-D9EB-46E9-B8D2-ED9E6E2CBF5B}"/>
              </a:ext>
            </a:extLst>
          </p:cNvPr>
          <p:cNvCxnSpPr>
            <a:stCxn id="36" idx="3"/>
            <a:endCxn id="48" idx="1"/>
          </p:cNvCxnSpPr>
          <p:nvPr/>
        </p:nvCxnSpPr>
        <p:spPr>
          <a:xfrm flipV="1">
            <a:off x="6541772" y="3105025"/>
            <a:ext cx="335694" cy="3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1DF122C-E0E2-4B29-94C5-3F24F532B2CE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6541772" y="4547885"/>
            <a:ext cx="335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062F4B7-4BC3-4BC9-A29D-03338CCA7605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4DD1DE2-938F-4923-98BB-6F71488A4889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5D0C1C47-DE6E-4150-9196-ADE91352D3E9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E1AB3B6-F328-4FAC-9DF5-A5751E189C53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63BC2A1-4481-426E-AD10-F995E0E7B0D2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48A4FD3-0108-4956-9A15-A1CBF051737E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44A5D6F-0DF4-4EF9-8C83-823D579274D4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2798162-1AB6-4E7A-8197-0816BB998E75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2D2921C9-9393-4159-9374-9DFFAA7CD8CE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0927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70147" y="73046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광고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Google Shape;158;p21">
            <a:extLst>
              <a:ext uri="{FF2B5EF4-FFF2-40B4-BE49-F238E27FC236}">
                <a16:creationId xmlns:a16="http://schemas.microsoft.com/office/drawing/2014/main" id="{9B970B96-568F-40F0-A993-1BECB22B4054}"/>
              </a:ext>
            </a:extLst>
          </p:cNvPr>
          <p:cNvSpPr/>
          <p:nvPr/>
        </p:nvSpPr>
        <p:spPr>
          <a:xfrm>
            <a:off x="2132789" y="3417922"/>
            <a:ext cx="1348326" cy="588924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카드사 관리</a:t>
            </a:r>
            <a:endParaRPr dirty="0"/>
          </a:p>
        </p:txBody>
      </p:sp>
      <p:sp>
        <p:nvSpPr>
          <p:cNvPr id="32" name="Google Shape;93;p16">
            <a:extLst>
              <a:ext uri="{FF2B5EF4-FFF2-40B4-BE49-F238E27FC236}">
                <a16:creationId xmlns:a16="http://schemas.microsoft.com/office/drawing/2014/main" id="{2C5995BA-204C-443F-B679-6C8D5499C24C}"/>
              </a:ext>
            </a:extLst>
          </p:cNvPr>
          <p:cNvSpPr/>
          <p:nvPr/>
        </p:nvSpPr>
        <p:spPr>
          <a:xfrm>
            <a:off x="3872437" y="1192447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광고 플랜 리스트 출력</a:t>
            </a:r>
            <a:endParaRPr lang="en-US" altLang="ko-KR" sz="1200" dirty="0"/>
          </a:p>
        </p:txBody>
      </p:sp>
      <p:sp>
        <p:nvSpPr>
          <p:cNvPr id="30" name="Google Shape;93;p16">
            <a:extLst>
              <a:ext uri="{FF2B5EF4-FFF2-40B4-BE49-F238E27FC236}">
                <a16:creationId xmlns:a16="http://schemas.microsoft.com/office/drawing/2014/main" id="{8D2A2347-4D80-448D-89C0-8DA81BEA7C6A}"/>
              </a:ext>
            </a:extLst>
          </p:cNvPr>
          <p:cNvSpPr/>
          <p:nvPr/>
        </p:nvSpPr>
        <p:spPr>
          <a:xfrm>
            <a:off x="3872437" y="2154917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광고 플랜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내용</a:t>
            </a:r>
            <a:r>
              <a:rPr lang="en-US" altLang="ko-KR" sz="1200" dirty="0"/>
              <a:t>/</a:t>
            </a:r>
            <a:r>
              <a:rPr lang="ko-KR" altLang="en-US" sz="1200" dirty="0"/>
              <a:t>주의사항 </a:t>
            </a:r>
            <a:endParaRPr lang="en-US" altLang="ko-KR" sz="1200" dirty="0"/>
          </a:p>
        </p:txBody>
      </p:sp>
      <p:sp>
        <p:nvSpPr>
          <p:cNvPr id="31" name="Google Shape;158;p21">
            <a:extLst>
              <a:ext uri="{FF2B5EF4-FFF2-40B4-BE49-F238E27FC236}">
                <a16:creationId xmlns:a16="http://schemas.microsoft.com/office/drawing/2014/main" id="{0F9CD83B-E0E8-4E45-8DFF-FD880AFBE320}"/>
              </a:ext>
            </a:extLst>
          </p:cNvPr>
          <p:cNvSpPr/>
          <p:nvPr/>
        </p:nvSpPr>
        <p:spPr>
          <a:xfrm>
            <a:off x="2132789" y="1559809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플랜 설정</a:t>
            </a:r>
            <a:endParaRPr dirty="0"/>
          </a:p>
        </p:txBody>
      </p:sp>
      <p:sp>
        <p:nvSpPr>
          <p:cNvPr id="34" name="Google Shape;93;p16">
            <a:extLst>
              <a:ext uri="{FF2B5EF4-FFF2-40B4-BE49-F238E27FC236}">
                <a16:creationId xmlns:a16="http://schemas.microsoft.com/office/drawing/2014/main" id="{49E66BFF-7E52-4F45-B2B0-9343C8AA51E6}"/>
              </a:ext>
            </a:extLst>
          </p:cNvPr>
          <p:cNvSpPr/>
          <p:nvPr/>
        </p:nvSpPr>
        <p:spPr>
          <a:xfrm>
            <a:off x="3872437" y="2986078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카드사 등록</a:t>
            </a:r>
            <a:endParaRPr lang="en-US" altLang="ko-KR" sz="1200" dirty="0"/>
          </a:p>
        </p:txBody>
      </p:sp>
      <p:sp>
        <p:nvSpPr>
          <p:cNvPr id="40" name="Google Shape;93;p16">
            <a:extLst>
              <a:ext uri="{FF2B5EF4-FFF2-40B4-BE49-F238E27FC236}">
                <a16:creationId xmlns:a16="http://schemas.microsoft.com/office/drawing/2014/main" id="{C26CB85D-B04C-453A-A7F5-33D0D7B17A10}"/>
              </a:ext>
            </a:extLst>
          </p:cNvPr>
          <p:cNvSpPr/>
          <p:nvPr/>
        </p:nvSpPr>
        <p:spPr>
          <a:xfrm>
            <a:off x="3872437" y="4579928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카드사 삭제</a:t>
            </a:r>
            <a:endParaRPr lang="en-US" altLang="ko-KR" sz="1200" dirty="0"/>
          </a:p>
        </p:txBody>
      </p:sp>
      <p:sp>
        <p:nvSpPr>
          <p:cNvPr id="41" name="Google Shape;93;p16">
            <a:extLst>
              <a:ext uri="{FF2B5EF4-FFF2-40B4-BE49-F238E27FC236}">
                <a16:creationId xmlns:a16="http://schemas.microsoft.com/office/drawing/2014/main" id="{F3EA60B7-CB6A-4B54-B41A-D8D938169232}"/>
              </a:ext>
            </a:extLst>
          </p:cNvPr>
          <p:cNvSpPr/>
          <p:nvPr/>
        </p:nvSpPr>
        <p:spPr>
          <a:xfrm>
            <a:off x="3872437" y="3530961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카드사 조회</a:t>
            </a:r>
            <a:endParaRPr lang="en-US" altLang="ko-KR" sz="1200" dirty="0"/>
          </a:p>
        </p:txBody>
      </p:sp>
      <p:sp>
        <p:nvSpPr>
          <p:cNvPr id="42" name="Google Shape;93;p16">
            <a:extLst>
              <a:ext uri="{FF2B5EF4-FFF2-40B4-BE49-F238E27FC236}">
                <a16:creationId xmlns:a16="http://schemas.microsoft.com/office/drawing/2014/main" id="{9E631E2A-2E8A-4170-8202-B9FE27D9B0D5}"/>
              </a:ext>
            </a:extLst>
          </p:cNvPr>
          <p:cNvSpPr/>
          <p:nvPr/>
        </p:nvSpPr>
        <p:spPr>
          <a:xfrm>
            <a:off x="3872437" y="4056209"/>
            <a:ext cx="1348326" cy="367362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카드사 추가</a:t>
            </a:r>
            <a:endParaRPr lang="en-US" altLang="ko-KR" sz="1200" dirty="0"/>
          </a:p>
        </p:txBody>
      </p:sp>
      <p:sp>
        <p:nvSpPr>
          <p:cNvPr id="43" name="Google Shape;158;p21">
            <a:extLst>
              <a:ext uri="{FF2B5EF4-FFF2-40B4-BE49-F238E27FC236}">
                <a16:creationId xmlns:a16="http://schemas.microsoft.com/office/drawing/2014/main" id="{EDF601EA-CAEB-4D3C-A8CE-F5D07737DB4C}"/>
              </a:ext>
            </a:extLst>
          </p:cNvPr>
          <p:cNvSpPr/>
          <p:nvPr/>
        </p:nvSpPr>
        <p:spPr>
          <a:xfrm>
            <a:off x="6541004" y="133881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주문 내역</a:t>
            </a:r>
            <a:endParaRPr dirty="0"/>
          </a:p>
        </p:txBody>
      </p:sp>
      <p:sp>
        <p:nvSpPr>
          <p:cNvPr id="46" name="Google Shape;93;p16">
            <a:extLst>
              <a:ext uri="{FF2B5EF4-FFF2-40B4-BE49-F238E27FC236}">
                <a16:creationId xmlns:a16="http://schemas.microsoft.com/office/drawing/2014/main" id="{0926E96B-E410-4DCE-8FC4-BFCB5293E623}"/>
              </a:ext>
            </a:extLst>
          </p:cNvPr>
          <p:cNvSpPr/>
          <p:nvPr/>
        </p:nvSpPr>
        <p:spPr>
          <a:xfrm>
            <a:off x="6540752" y="3436972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상품별 주문 내역 확인</a:t>
            </a:r>
            <a:endParaRPr lang="en-US" altLang="ko-KR" sz="1200" dirty="0"/>
          </a:p>
        </p:txBody>
      </p:sp>
      <p:sp>
        <p:nvSpPr>
          <p:cNvPr id="47" name="Google Shape;93;p16">
            <a:extLst>
              <a:ext uri="{FF2B5EF4-FFF2-40B4-BE49-F238E27FC236}">
                <a16:creationId xmlns:a16="http://schemas.microsoft.com/office/drawing/2014/main" id="{B87D3F57-CB68-40E9-94E7-9A64A49DB7C7}"/>
              </a:ext>
            </a:extLst>
          </p:cNvPr>
          <p:cNvSpPr/>
          <p:nvPr/>
        </p:nvSpPr>
        <p:spPr>
          <a:xfrm>
            <a:off x="6540752" y="2552694"/>
            <a:ext cx="1348326" cy="36736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결제 이력 출력</a:t>
            </a:r>
            <a:endParaRPr lang="en-US" altLang="ko-KR" sz="12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FB01857-F48D-481B-BFFB-2ABD8038F5DB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702050" y="1374463"/>
            <a:ext cx="170387" cy="1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6DA1494-F7CF-42D2-82EE-607915F487D0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3702050" y="2338598"/>
            <a:ext cx="170387" cy="3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EE4545-79D4-4FF6-A528-D6959481FE13}"/>
              </a:ext>
            </a:extLst>
          </p:cNvPr>
          <p:cNvCxnSpPr>
            <a:cxnSpLocks/>
          </p:cNvCxnSpPr>
          <p:nvPr/>
        </p:nvCxnSpPr>
        <p:spPr>
          <a:xfrm>
            <a:off x="3702050" y="1374463"/>
            <a:ext cx="0" cy="967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B7A2850-C2CF-4D62-B0BB-2FF018D122D4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481115" y="1854200"/>
            <a:ext cx="220935" cy="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48CDB70-09B9-43AA-96EF-69C9F383183B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 flipH="1">
            <a:off x="7214915" y="1927736"/>
            <a:ext cx="252" cy="624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F86A4A9-CE76-40CA-98DE-F40C28333F29}"/>
              </a:ext>
            </a:extLst>
          </p:cNvPr>
          <p:cNvCxnSpPr>
            <a:stCxn id="47" idx="2"/>
            <a:endCxn id="46" idx="0"/>
          </p:cNvCxnSpPr>
          <p:nvPr/>
        </p:nvCxnSpPr>
        <p:spPr>
          <a:xfrm>
            <a:off x="7214915" y="2920056"/>
            <a:ext cx="0" cy="516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FC63642-5755-43CE-8A0F-3415EC3709FA}"/>
              </a:ext>
            </a:extLst>
          </p:cNvPr>
          <p:cNvCxnSpPr>
            <a:stCxn id="5" idx="3"/>
            <a:endCxn id="41" idx="1"/>
          </p:cNvCxnSpPr>
          <p:nvPr/>
        </p:nvCxnSpPr>
        <p:spPr>
          <a:xfrm>
            <a:off x="3481115" y="3712384"/>
            <a:ext cx="391322" cy="2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C75DC1B-FEB4-4007-8CA5-4CB2AB33955D}"/>
              </a:ext>
            </a:extLst>
          </p:cNvPr>
          <p:cNvCxnSpPr>
            <a:stCxn id="34" idx="1"/>
          </p:cNvCxnSpPr>
          <p:nvPr/>
        </p:nvCxnSpPr>
        <p:spPr>
          <a:xfrm flipH="1">
            <a:off x="3676776" y="3169759"/>
            <a:ext cx="1956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8AF84CF-2E91-453A-80D0-09653FBB67F5}"/>
              </a:ext>
            </a:extLst>
          </p:cNvPr>
          <p:cNvCxnSpPr/>
          <p:nvPr/>
        </p:nvCxnSpPr>
        <p:spPr>
          <a:xfrm flipH="1">
            <a:off x="3689412" y="4244330"/>
            <a:ext cx="1956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4417350-6C89-40D6-8F8D-520ECA5432F5}"/>
              </a:ext>
            </a:extLst>
          </p:cNvPr>
          <p:cNvCxnSpPr/>
          <p:nvPr/>
        </p:nvCxnSpPr>
        <p:spPr>
          <a:xfrm flipH="1">
            <a:off x="3676776" y="4763609"/>
            <a:ext cx="1956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B77ECBE-A471-4A10-B03A-558F77E46BB9}"/>
              </a:ext>
            </a:extLst>
          </p:cNvPr>
          <p:cNvCxnSpPr>
            <a:cxnSpLocks/>
          </p:cNvCxnSpPr>
          <p:nvPr/>
        </p:nvCxnSpPr>
        <p:spPr>
          <a:xfrm>
            <a:off x="3689412" y="3169759"/>
            <a:ext cx="0" cy="1604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FEC06406-C7B7-4F8A-8583-7C2E05A97072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321610E-1C56-4641-B833-378C5BA7D244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4D471478-2123-485F-9E22-852AE40AC7F9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0C497D1-4415-4394-94D7-A96EE9B687CB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E3C08C1-6D30-42F7-896C-C20B9E291386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1066B41-FEB4-452E-8921-632508B0BF9B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7257DC8-B39B-4A23-BB61-43D7173B011D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68143C7-3657-48F1-AAB3-6EA25B89E4F4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A35228C9-996B-449A-8FA2-64C03E9D1B2F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1368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AC14F28E-62E7-4CB0-B181-165FB7C92AA1}"/>
              </a:ext>
            </a:extLst>
          </p:cNvPr>
          <p:cNvSpPr/>
          <p:nvPr/>
        </p:nvSpPr>
        <p:spPr>
          <a:xfrm>
            <a:off x="257618" y="74267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관리자</a:t>
            </a:r>
            <a:endParaRPr lang="en-US" altLang="ko-KR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부분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Google Shape;158;p21">
            <a:extLst>
              <a:ext uri="{FF2B5EF4-FFF2-40B4-BE49-F238E27FC236}">
                <a16:creationId xmlns:a16="http://schemas.microsoft.com/office/drawing/2014/main" id="{0F9CD83B-E0E8-4E45-8DFF-FD880AFBE320}"/>
              </a:ext>
            </a:extLst>
          </p:cNvPr>
          <p:cNvSpPr/>
          <p:nvPr/>
        </p:nvSpPr>
        <p:spPr>
          <a:xfrm>
            <a:off x="1434289" y="2571750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고객센터</a:t>
            </a:r>
            <a:endParaRPr dirty="0"/>
          </a:p>
        </p:txBody>
      </p:sp>
      <p:sp>
        <p:nvSpPr>
          <p:cNvPr id="26" name="Google Shape;158;p21">
            <a:extLst>
              <a:ext uri="{FF2B5EF4-FFF2-40B4-BE49-F238E27FC236}">
                <a16:creationId xmlns:a16="http://schemas.microsoft.com/office/drawing/2014/main" id="{0043FD6D-EC1A-465D-A7D5-5B3A83E75D1C}"/>
              </a:ext>
            </a:extLst>
          </p:cNvPr>
          <p:cNvSpPr/>
          <p:nvPr/>
        </p:nvSpPr>
        <p:spPr>
          <a:xfrm>
            <a:off x="3897837" y="1085850"/>
            <a:ext cx="1348326" cy="588924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부적절한 게시글</a:t>
            </a:r>
            <a:r>
              <a:rPr lang="en-US" altLang="ko-KR" sz="1200" dirty="0"/>
              <a:t>/</a:t>
            </a:r>
            <a:r>
              <a:rPr lang="ko-KR" altLang="en-US" sz="1200" dirty="0"/>
              <a:t>댓글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신고 접수</a:t>
            </a:r>
            <a:endParaRPr sz="1200" dirty="0"/>
          </a:p>
        </p:txBody>
      </p:sp>
      <p:sp>
        <p:nvSpPr>
          <p:cNvPr id="28" name="Google Shape;158;p21">
            <a:extLst>
              <a:ext uri="{FF2B5EF4-FFF2-40B4-BE49-F238E27FC236}">
                <a16:creationId xmlns:a16="http://schemas.microsoft.com/office/drawing/2014/main" id="{FF38E6B5-34ED-4B92-A164-D503F3FA4EC8}"/>
              </a:ext>
            </a:extLst>
          </p:cNvPr>
          <p:cNvSpPr/>
          <p:nvPr/>
        </p:nvSpPr>
        <p:spPr>
          <a:xfrm>
            <a:off x="3897837" y="2089082"/>
            <a:ext cx="1348326" cy="588924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결제 관련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문의</a:t>
            </a:r>
            <a:r>
              <a:rPr lang="en-US" altLang="ko-KR" sz="1200" dirty="0"/>
              <a:t>/</a:t>
            </a:r>
            <a:r>
              <a:rPr lang="ko-KR" altLang="en-US" sz="1200" dirty="0"/>
              <a:t>상담</a:t>
            </a:r>
            <a:endParaRPr sz="1200" dirty="0"/>
          </a:p>
        </p:txBody>
      </p:sp>
      <p:sp>
        <p:nvSpPr>
          <p:cNvPr id="29" name="Google Shape;158;p21">
            <a:extLst>
              <a:ext uri="{FF2B5EF4-FFF2-40B4-BE49-F238E27FC236}">
                <a16:creationId xmlns:a16="http://schemas.microsoft.com/office/drawing/2014/main" id="{C9C68BF7-B0EC-4078-989B-4E57DFF816C7}"/>
              </a:ext>
            </a:extLst>
          </p:cNvPr>
          <p:cNvSpPr/>
          <p:nvPr/>
        </p:nvSpPr>
        <p:spPr>
          <a:xfrm>
            <a:off x="3897837" y="3130414"/>
            <a:ext cx="1348326" cy="588924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기업정보 등록 신청 승인 관리</a:t>
            </a:r>
            <a:endParaRPr sz="1200" dirty="0"/>
          </a:p>
        </p:txBody>
      </p:sp>
      <p:sp>
        <p:nvSpPr>
          <p:cNvPr id="33" name="Google Shape;158;p21">
            <a:extLst>
              <a:ext uri="{FF2B5EF4-FFF2-40B4-BE49-F238E27FC236}">
                <a16:creationId xmlns:a16="http://schemas.microsoft.com/office/drawing/2014/main" id="{9ACF2A65-DE07-411D-8899-8FAB4C2DA246}"/>
              </a:ext>
            </a:extLst>
          </p:cNvPr>
          <p:cNvSpPr/>
          <p:nvPr/>
        </p:nvSpPr>
        <p:spPr>
          <a:xfrm>
            <a:off x="3897837" y="4187408"/>
            <a:ext cx="1348326" cy="588924"/>
          </a:xfrm>
          <a:prstGeom prst="flowChartTerminator">
            <a:avLst/>
          </a:prstGeom>
          <a:solidFill>
            <a:srgbClr val="F9E7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재직자 인증 신청 내역 </a:t>
            </a:r>
            <a:endParaRPr lang="en-US" altLang="ko-KR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승인 관리</a:t>
            </a:r>
            <a:endParaRPr sz="12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82F698B-E01A-470E-B146-E18D5DB84A19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2782615" y="2866212"/>
            <a:ext cx="589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34D0321-3D89-4C38-9398-6042502EEA8D}"/>
              </a:ext>
            </a:extLst>
          </p:cNvPr>
          <p:cNvCxnSpPr>
            <a:stCxn id="26" idx="1"/>
          </p:cNvCxnSpPr>
          <p:nvPr/>
        </p:nvCxnSpPr>
        <p:spPr>
          <a:xfrm flipH="1">
            <a:off x="3371850" y="1380312"/>
            <a:ext cx="525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EF0166D-1A5B-4DEC-A656-FB7BE7006C91}"/>
              </a:ext>
            </a:extLst>
          </p:cNvPr>
          <p:cNvCxnSpPr/>
          <p:nvPr/>
        </p:nvCxnSpPr>
        <p:spPr>
          <a:xfrm flipH="1">
            <a:off x="3380843" y="2383544"/>
            <a:ext cx="525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D271390-B3ED-445B-8885-2272A1830DDA}"/>
              </a:ext>
            </a:extLst>
          </p:cNvPr>
          <p:cNvCxnSpPr/>
          <p:nvPr/>
        </p:nvCxnSpPr>
        <p:spPr>
          <a:xfrm flipH="1">
            <a:off x="3371849" y="3420820"/>
            <a:ext cx="525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877AE3C-B21D-47BE-8EBA-8F5E94E14583}"/>
              </a:ext>
            </a:extLst>
          </p:cNvPr>
          <p:cNvCxnSpPr/>
          <p:nvPr/>
        </p:nvCxnSpPr>
        <p:spPr>
          <a:xfrm flipH="1">
            <a:off x="3380843" y="4481870"/>
            <a:ext cx="525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B7AE9DD-7A70-44D8-8D3C-B686342B2B91}"/>
              </a:ext>
            </a:extLst>
          </p:cNvPr>
          <p:cNvCxnSpPr/>
          <p:nvPr/>
        </p:nvCxnSpPr>
        <p:spPr>
          <a:xfrm>
            <a:off x="3371849" y="1380312"/>
            <a:ext cx="0" cy="310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B21B77C-F5D9-4702-9C5E-0F4DBCAFBDA6}"/>
              </a:ext>
            </a:extLst>
          </p:cNvPr>
          <p:cNvGrpSpPr/>
          <p:nvPr/>
        </p:nvGrpSpPr>
        <p:grpSpPr>
          <a:xfrm>
            <a:off x="1622168" y="493164"/>
            <a:ext cx="1459233" cy="922420"/>
            <a:chOff x="1704377" y="436781"/>
            <a:chExt cx="1660771" cy="92242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98A278F-5B4F-4E49-B627-D58D7515E305}"/>
                </a:ext>
              </a:extLst>
            </p:cNvPr>
            <p:cNvSpPr/>
            <p:nvPr/>
          </p:nvSpPr>
          <p:spPr>
            <a:xfrm>
              <a:off x="1712107" y="450374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공통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5C28A6A-58D9-43D0-9364-D4ADBC48C81E}"/>
                </a:ext>
              </a:extLst>
            </p:cNvPr>
            <p:cNvSpPr/>
            <p:nvPr/>
          </p:nvSpPr>
          <p:spPr>
            <a:xfrm>
              <a:off x="2150510" y="541820"/>
              <a:ext cx="333100" cy="264514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A14984F-278C-42F6-98E6-030E0FDAA9D7}"/>
                </a:ext>
              </a:extLst>
            </p:cNvPr>
            <p:cNvSpPr/>
            <p:nvPr/>
          </p:nvSpPr>
          <p:spPr>
            <a:xfrm>
              <a:off x="2590604" y="436781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개인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159E2D4-7D53-4E9D-B6CB-80865AC4F756}"/>
                </a:ext>
              </a:extLst>
            </p:cNvPr>
            <p:cNvSpPr/>
            <p:nvPr/>
          </p:nvSpPr>
          <p:spPr>
            <a:xfrm>
              <a:off x="3029007" y="528227"/>
              <a:ext cx="333100" cy="264514"/>
            </a:xfrm>
            <a:prstGeom prst="rect">
              <a:avLst/>
            </a:prstGeom>
            <a:solidFill>
              <a:srgbClr val="FFEE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91D92597-DF9F-4CEF-B811-E3DF3863A910}"/>
                </a:ext>
              </a:extLst>
            </p:cNvPr>
            <p:cNvSpPr/>
            <p:nvPr/>
          </p:nvSpPr>
          <p:spPr>
            <a:xfrm>
              <a:off x="1704377" y="945238"/>
              <a:ext cx="524149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기업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5B64A09-0DCD-4709-8F50-64D58353F08E}"/>
                </a:ext>
              </a:extLst>
            </p:cNvPr>
            <p:cNvSpPr/>
            <p:nvPr/>
          </p:nvSpPr>
          <p:spPr>
            <a:xfrm>
              <a:off x="2142780" y="1036684"/>
              <a:ext cx="333100" cy="264514"/>
            </a:xfrm>
            <a:prstGeom prst="rect">
              <a:avLst/>
            </a:prstGeom>
            <a:solidFill>
              <a:srgbClr val="DEF2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B19A9F7-4ED5-4BAF-8AA6-E61D4A12E9EB}"/>
                </a:ext>
              </a:extLst>
            </p:cNvPr>
            <p:cNvSpPr/>
            <p:nvPr/>
          </p:nvSpPr>
          <p:spPr>
            <a:xfrm>
              <a:off x="2477204" y="955783"/>
              <a:ext cx="665108" cy="403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r>
                <a:rPr lang="ko-KR" altLang="en-US" dirty="0">
                  <a:solidFill>
                    <a:schemeClr val="tx1"/>
                  </a:solidFill>
                </a:rPr>
                <a:t>  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040B9DE-B8F5-491A-866B-2DD80A3D7EEC}"/>
                </a:ext>
              </a:extLst>
            </p:cNvPr>
            <p:cNvSpPr/>
            <p:nvPr/>
          </p:nvSpPr>
          <p:spPr>
            <a:xfrm>
              <a:off x="3032048" y="1044072"/>
              <a:ext cx="333100" cy="264514"/>
            </a:xfrm>
            <a:prstGeom prst="rect">
              <a:avLst/>
            </a:prstGeom>
            <a:solidFill>
              <a:srgbClr val="F9E7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899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18500"/>
          </a:xfrm>
          <a:prstGeom prst="rect">
            <a:avLst/>
          </a:prstGeom>
          <a:solidFill>
            <a:srgbClr val="434343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>
                <a:solidFill>
                  <a:schemeClr val="lt1"/>
                </a:solidFill>
              </a:rPr>
              <a:t>PROCESS</a:t>
            </a:r>
            <a:endParaRPr sz="1520">
              <a:solidFill>
                <a:schemeClr val="lt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E1ADD7-4D17-4FC8-92CD-751C245D0EE3}"/>
              </a:ext>
            </a:extLst>
          </p:cNvPr>
          <p:cNvSpPr/>
          <p:nvPr/>
        </p:nvSpPr>
        <p:spPr>
          <a:xfrm>
            <a:off x="0" y="1836420"/>
            <a:ext cx="9144000" cy="1455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Fin -</a:t>
            </a:r>
            <a:endParaRPr lang="ko-KR" altLang="en-US" sz="8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93248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898</Words>
  <Application>Microsoft Office PowerPoint</Application>
  <PresentationFormat>화면 슬라이드 쇼(16:9)</PresentationFormat>
  <Paragraphs>470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Simple Light</vt:lpstr>
      <vt:lpstr>Flow Chart</vt:lpstr>
      <vt:lpstr>INDEX</vt:lpstr>
      <vt:lpstr>PROCESS 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프로세스 흐름도</dc:title>
  <cp:lastModifiedBy>akckd</cp:lastModifiedBy>
  <cp:revision>162</cp:revision>
  <dcterms:modified xsi:type="dcterms:W3CDTF">2021-10-13T11:38:20Z</dcterms:modified>
</cp:coreProperties>
</file>